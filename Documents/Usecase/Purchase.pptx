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1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330" r:id="rId3"/>
    <p:sldId id="290" r:id="rId4"/>
    <p:sldId id="258" r:id="rId5"/>
    <p:sldId id="294" r:id="rId6"/>
    <p:sldId id="2145705951" r:id="rId7"/>
    <p:sldId id="2145705925" r:id="rId8"/>
    <p:sldId id="2145705952" r:id="rId9"/>
    <p:sldId id="2145705994" r:id="rId10"/>
    <p:sldId id="2145705991" r:id="rId11"/>
    <p:sldId id="2145705995" r:id="rId12"/>
    <p:sldId id="2145705992" r:id="rId13"/>
    <p:sldId id="2145705996" r:id="rId14"/>
    <p:sldId id="2145705997" r:id="rId15"/>
    <p:sldId id="2145705998" r:id="rId16"/>
    <p:sldId id="2145705999" r:id="rId17"/>
    <p:sldId id="2145706000" r:id="rId18"/>
    <p:sldId id="2145706001" r:id="rId19"/>
    <p:sldId id="2145706002" r:id="rId20"/>
    <p:sldId id="2145706003" r:id="rId21"/>
    <p:sldId id="2145706004" r:id="rId22"/>
    <p:sldId id="2145706005" r:id="rId23"/>
    <p:sldId id="2145706006" r:id="rId24"/>
    <p:sldId id="2145706007" r:id="rId25"/>
    <p:sldId id="2145705957" r:id="rId26"/>
    <p:sldId id="2145705953" r:id="rId27"/>
    <p:sldId id="214570595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kRkjFzxOwHA8WAHOV29/jFXnz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000"/>
    <a:srgbClr val="FFECAF"/>
    <a:srgbClr val="FFE181"/>
    <a:srgbClr val="FFEFBD"/>
    <a:srgbClr val="00DE6F"/>
    <a:srgbClr val="B5F5CC"/>
    <a:srgbClr val="388C54"/>
    <a:srgbClr val="00F67B"/>
    <a:srgbClr val="00D269"/>
    <a:srgbClr val="00F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354" autoAdjust="0"/>
    <p:restoredTop sz="95373" autoAdjust="0"/>
  </p:normalViewPr>
  <p:slideViewPr>
    <p:cSldViewPr snapToGrid="0">
      <p:cViewPr varScale="1">
        <p:scale>
          <a:sx n="87" d="100"/>
          <a:sy n="87" d="100"/>
        </p:scale>
        <p:origin x="285" y="7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69" Type="http://customschemas.google.com/relationships/presentationmetadata" Target="metadata"/><Relationship Id="rId8" Type="http://schemas.openxmlformats.org/officeDocument/2006/relationships/slide" Target="slides/slide7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7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8245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356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89669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62348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B8A12-9ED7-8883-E884-F9A40E1B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10717-926E-BD7D-2341-A400606FB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2FA6E-008B-42E7-F3E1-FF97E4D8C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BFA15-BD53-1CC8-881A-15977C36F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28942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945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2B5F1-FA53-9FF2-40E0-F07D956D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A3851-8955-A00F-BE29-9FBF7F6F7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FBEA8-DBA0-8022-F1FD-27A36BFB2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A2AEF-14A3-84B3-F1E4-B48A1DB18F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3781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E9125-65E9-8ACD-15D9-1D737C1E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35D25-6F4D-5AC5-6B1A-1E2E8932F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B999F-A411-3E50-AC57-D85CEBA05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9D2C9-5194-716A-1B8D-1817C3DC0D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8292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1DBC2-38D6-3309-397D-5CD427CD0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9181C-9A48-E546-73A8-7E1BDC2C1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55D0C-7EB1-055F-FECA-DC71E4801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AE42A-1086-46E6-DD54-5F8A6FEE20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6310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627FD-0C14-3A46-82B9-BB3F2398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98489-18BA-013A-7DAB-02B699C43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D00C3-F231-FDE3-DF50-6EAAB71FB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94205-DEED-42FA-CE5F-56B7A1608B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6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D7965-2569-576B-23B3-EC55FA7E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4E7AF-48CA-3FFE-630B-8E5827F10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ECF5B-D42C-D7C7-FB4E-4BDF2F103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34E76-A96C-7D65-B4CC-312A8C5963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8539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4D4F7-C506-28C5-B33D-6AFEF5EB7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3F0BF-FA19-38D6-D6BC-49C34A850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8EC37-079D-25A7-DD9F-F43D3C342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3DBB7-E3BF-6BDF-4B0B-EE2EE9FB1C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6936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AA73-DE87-97FB-E94D-E872BF3EF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6DFFE-A1AC-3410-16A2-BE25B1BA5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0DF6E-BB33-CBFE-3E5E-2709D6D61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5BF6F-0739-C576-E424-F70BECBD0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4564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3A3B6-03CC-4EAF-710E-6749CA1B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FDD56-F3DD-46EE-B5D2-D970E02F9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2197E-A97F-8E5B-6F46-B37A3CCBF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518F2-CA4D-A93C-39E5-93A3B8861A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2111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72094-DAA5-847A-1ACA-0D6F0728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660CA-75C2-D929-8964-96FF32EA1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B9FB6-DFB6-EA8F-840F-C5407B6CB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2B90D-984A-3DDB-F2A2-5515B72DB3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26368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C57D-B09E-FCB6-77F9-F61ED930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1BDF0-95C2-C274-F788-66BB33D4E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C8F6A-0E42-07D4-5592-D17B07149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84B15-CBDD-37E1-6EA5-3078B5474F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0353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679F-BEEB-7AC7-6166-933F6D00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770D1-29C9-9553-CBA6-9F5403F9D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122DB-FF14-AE99-8509-B97DEE729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17B58-88BF-75EE-D6E9-8BD6C79F01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48594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94FE4-AD9D-0FE5-F40E-E2F7FF96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141AC-51A7-F8B6-4A30-2AE9060C7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8A70E-2256-4638-3B16-13C00D3BD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0339B-1ECF-5E61-9727-ADD30697D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62292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568928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160334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1689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672391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FF178-7F5C-4C53-AC97-DF4205D97146}" type="slidenum">
              <a:rPr lang="de-CH" smtClean="0"/>
              <a:pPr/>
              <a:t>27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794164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6" name="Google Shape;8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6" name="Google Shape;9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1" name="Google Shape;9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9" name="Google Shape;91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0" name="Google Shape;95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1" name="Google Shape;9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5" name="Google Shape;100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1" name="Google Shape;107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3" name="Google Shape;111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1" name="Google Shape;112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5" name="Google Shape;115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7.emf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7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/ End">
  <p:cSld name="Intro / End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23"/>
          <p:cNvGrpSpPr/>
          <p:nvPr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18" name="Google Shape;18;p2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3 texts">
  <p:cSld name="Title, subtitle &amp; 3 tex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43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435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4351600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5"/>
          </p:nvPr>
        </p:nvSpPr>
        <p:spPr>
          <a:xfrm>
            <a:off x="827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body" idx="6"/>
          </p:nvPr>
        </p:nvSpPr>
        <p:spPr>
          <a:xfrm>
            <a:off x="8272000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5210">
          <p15:clr>
            <a:srgbClr val="FBAE40"/>
          </p15:clr>
        </p15:guide>
        <p15:guide id="8" pos="4940">
          <p15:clr>
            <a:srgbClr val="FBAE40"/>
          </p15:clr>
        </p15:guide>
        <p15:guide id="9" pos="2740">
          <p15:clr>
            <a:srgbClr val="FBAE40"/>
          </p15:clr>
        </p15:guide>
        <p15:guide id="10" pos="247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2 image">
  <p:cSld name="Title, subtitle &amp; text with 1/2 imag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>
            <a:spLocks noGrp="1"/>
          </p:cNvSpPr>
          <p:nvPr>
            <p:ph type="pic" idx="2"/>
          </p:nvPr>
        </p:nvSpPr>
        <p:spPr>
          <a:xfrm>
            <a:off x="609600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0" name="Google Shape;40;p27"/>
          <p:cNvSpPr txBox="1">
            <a:spLocks noGrp="1"/>
          </p:cNvSpPr>
          <p:nvPr>
            <p:ph type="body" idx="1"/>
          </p:nvPr>
        </p:nvSpPr>
        <p:spPr>
          <a:xfrm>
            <a:off x="432000" y="2160001"/>
            <a:ext cx="5232200" cy="426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3"/>
          </p:nvPr>
        </p:nvSpPr>
        <p:spPr>
          <a:xfrm>
            <a:off x="432000" y="1530000"/>
            <a:ext cx="5232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orient="horz" pos="1359">
          <p15:clr>
            <a:srgbClr val="FBAE40"/>
          </p15:clr>
        </p15:guide>
        <p15:guide id="6" pos="3568">
          <p15:clr>
            <a:srgbClr val="FBAE40"/>
          </p15:clr>
        </p15:guide>
        <p15:guide id="7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">
  <p:cSld name="Title &amp; 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>
            <a:spLocks noGrp="1"/>
          </p:cNvSpPr>
          <p:nvPr>
            <p:ph type="body" idx="1"/>
          </p:nvPr>
        </p:nvSpPr>
        <p:spPr>
          <a:xfrm>
            <a:off x="431999" y="1528763"/>
            <a:ext cx="11329200" cy="489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3 image">
  <p:cSld name="Title, subtitle &amp; text with 1/3 imag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>
            <a:spLocks noGrp="1"/>
          </p:cNvSpPr>
          <p:nvPr>
            <p:ph type="pic" idx="2"/>
          </p:nvPr>
        </p:nvSpPr>
        <p:spPr>
          <a:xfrm>
            <a:off x="8127598" y="1098000"/>
            <a:ext cx="4064402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" name="Google Shape;51;p30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7263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4848">
          <p15:clr>
            <a:srgbClr val="FBAE40"/>
          </p15:clr>
        </p15:guide>
        <p15:guide id="8" pos="5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">
  <p:cSld name="Title, subtitle &amp;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body" idx="1"/>
          </p:nvPr>
        </p:nvSpPr>
        <p:spPr>
          <a:xfrm>
            <a:off x="431999" y="2160587"/>
            <a:ext cx="113292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11329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2 texts">
  <p:cSld name="Title, subtitle &amp; 2 tex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body" idx="1"/>
          </p:nvPr>
        </p:nvSpPr>
        <p:spPr>
          <a:xfrm>
            <a:off x="432000" y="2160587"/>
            <a:ext cx="5447999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2"/>
          </p:nvPr>
        </p:nvSpPr>
        <p:spPr>
          <a:xfrm>
            <a:off x="432000" y="1530000"/>
            <a:ext cx="5447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body" idx="3"/>
          </p:nvPr>
        </p:nvSpPr>
        <p:spPr>
          <a:xfrm>
            <a:off x="6312000" y="2160587"/>
            <a:ext cx="5449788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body" idx="4"/>
          </p:nvPr>
        </p:nvSpPr>
        <p:spPr>
          <a:xfrm>
            <a:off x="6312000" y="1530000"/>
            <a:ext cx="54497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3974">
          <p15:clr>
            <a:srgbClr val="FBAE40"/>
          </p15:clr>
        </p15:guide>
        <p15:guide id="8" pos="370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3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33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title slide">
  <p:cSld name="Chapter 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4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" name="Google Shape;72;p34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4 image">
  <p:cSld name="Title, subtitle &amp; text with 1/4 imag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>
            <a:spLocks noGrp="1"/>
          </p:cNvSpPr>
          <p:nvPr>
            <p:ph type="pic" idx="2"/>
          </p:nvPr>
        </p:nvSpPr>
        <p:spPr>
          <a:xfrm>
            <a:off x="9146400" y="1098000"/>
            <a:ext cx="30456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8285287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82865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5492">
          <p15:clr>
            <a:srgbClr val="FBAE40"/>
          </p15:clr>
        </p15:guide>
        <p15:guide id="8" pos="576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3 image + white space for logo">
  <p:cSld name="Title, subtitle &amp; text with 1/3 image + white space for logo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6"/>
          <p:cNvSpPr>
            <a:spLocks noGrp="1"/>
          </p:cNvSpPr>
          <p:nvPr>
            <p:ph type="pic" idx="2"/>
          </p:nvPr>
        </p:nvSpPr>
        <p:spPr>
          <a:xfrm>
            <a:off x="8127598" y="1098000"/>
            <a:ext cx="4064402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1" name="Google Shape;81;p36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7263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body" idx="4"/>
          </p:nvPr>
        </p:nvSpPr>
        <p:spPr>
          <a:xfrm>
            <a:off x="8581425" y="5131789"/>
            <a:ext cx="3178576" cy="129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4848">
          <p15:clr>
            <a:srgbClr val="FBAE40"/>
          </p15:clr>
        </p15:guide>
        <p15:guide id="8" pos="51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2 texts with 1/4 image">
  <p:cSld name="Title, subtitle &amp; 2 texts with 1/4 imag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>
            <a:spLocks noGrp="1"/>
          </p:cNvSpPr>
          <p:nvPr>
            <p:ph type="pic" idx="2"/>
          </p:nvPr>
        </p:nvSpPr>
        <p:spPr>
          <a:xfrm>
            <a:off x="9146400" y="1098000"/>
            <a:ext cx="30456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7" name="Google Shape;87;p37"/>
          <p:cNvSpPr txBox="1">
            <a:spLocks noGrp="1"/>
          </p:cNvSpPr>
          <p:nvPr>
            <p:ph type="body" idx="1"/>
          </p:nvPr>
        </p:nvSpPr>
        <p:spPr>
          <a:xfrm>
            <a:off x="431998" y="2157413"/>
            <a:ext cx="3928356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body" idx="3"/>
          </p:nvPr>
        </p:nvSpPr>
        <p:spPr>
          <a:xfrm>
            <a:off x="431998" y="1530000"/>
            <a:ext cx="39283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body" idx="4"/>
          </p:nvPr>
        </p:nvSpPr>
        <p:spPr>
          <a:xfrm>
            <a:off x="4792355" y="2157413"/>
            <a:ext cx="3924931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37"/>
          <p:cNvSpPr txBox="1">
            <a:spLocks noGrp="1"/>
          </p:cNvSpPr>
          <p:nvPr>
            <p:ph type="body" idx="5"/>
          </p:nvPr>
        </p:nvSpPr>
        <p:spPr>
          <a:xfrm>
            <a:off x="4792355" y="1530000"/>
            <a:ext cx="39249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orient="horz" pos="1359">
          <p15:clr>
            <a:srgbClr val="FBAE40"/>
          </p15:clr>
        </p15:guide>
        <p15:guide id="6" pos="5490">
          <p15:clr>
            <a:srgbClr val="FBAE40"/>
          </p15:clr>
        </p15:guide>
        <p15:guide id="7" pos="5760">
          <p15:clr>
            <a:srgbClr val="FBAE40"/>
          </p15:clr>
        </p15:guide>
        <p15:guide id="8" pos="3018">
          <p15:clr>
            <a:srgbClr val="FBAE40"/>
          </p15:clr>
        </p15:guide>
        <p15:guide id="9" pos="274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stimonial">
  <p:cSld name="Testimonial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" name="Google Shape;94;p3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body" idx="1"/>
          </p:nvPr>
        </p:nvSpPr>
        <p:spPr>
          <a:xfrm>
            <a:off x="6529187" y="1528763"/>
            <a:ext cx="5232602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8"/>
          <p:cNvSpPr txBox="1">
            <a:spLocks noGrp="1"/>
          </p:cNvSpPr>
          <p:nvPr>
            <p:ph type="body" idx="3"/>
          </p:nvPr>
        </p:nvSpPr>
        <p:spPr>
          <a:xfrm>
            <a:off x="864001" y="4365382"/>
            <a:ext cx="4798800" cy="2062406"/>
          </a:xfrm>
          <a:prstGeom prst="rect">
            <a:avLst/>
          </a:prstGeom>
          <a:solidFill>
            <a:schemeClr val="dk2">
              <a:alpha val="84705"/>
            </a:schemeClr>
          </a:solidFill>
          <a:ln>
            <a:noFill/>
          </a:ln>
        </p:spPr>
        <p:txBody>
          <a:bodyPr spcFirstLastPara="1" wrap="square" lIns="288000" tIns="288000" rIns="288000" bIns="28800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8"/>
          <p:cNvSpPr txBox="1">
            <a:spLocks noGrp="1"/>
          </p:cNvSpPr>
          <p:nvPr>
            <p:ph type="body" idx="4"/>
          </p:nvPr>
        </p:nvSpPr>
        <p:spPr>
          <a:xfrm>
            <a:off x="864001" y="4238556"/>
            <a:ext cx="288000" cy="2536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38"/>
          <p:cNvSpPr txBox="1">
            <a:spLocks noGrp="1"/>
          </p:cNvSpPr>
          <p:nvPr>
            <p:ph type="body" idx="5"/>
          </p:nvPr>
        </p:nvSpPr>
        <p:spPr>
          <a:xfrm rot="10800000">
            <a:off x="5374801" y="6292522"/>
            <a:ext cx="288000" cy="2536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3">
          <p15:clr>
            <a:srgbClr val="FBAE40"/>
          </p15:clr>
        </p15:guide>
        <p15:guide id="3" pos="270">
          <p15:clr>
            <a:srgbClr val="FBAE40"/>
          </p15:clr>
        </p15:guide>
        <p15:guide id="4" orient="horz" pos="692">
          <p15:clr>
            <a:srgbClr val="FBAE40"/>
          </p15:clr>
        </p15:guide>
        <p15:guide id="5" orient="horz" pos="4049">
          <p15:clr>
            <a:srgbClr val="FBAE40"/>
          </p15:clr>
        </p15:guide>
        <p15:guide id="6" pos="7409">
          <p15:clr>
            <a:srgbClr val="FBAE40"/>
          </p15:clr>
        </p15:guide>
        <p15:guide id="7" pos="411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with image banner">
  <p:cSld name="Title &amp; text with image bann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9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19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39"/>
          <p:cNvSpPr txBox="1">
            <a:spLocks noGrp="1"/>
          </p:cNvSpPr>
          <p:nvPr>
            <p:ph type="body" idx="1"/>
          </p:nvPr>
        </p:nvSpPr>
        <p:spPr>
          <a:xfrm>
            <a:off x="431999" y="3475239"/>
            <a:ext cx="11329789" cy="295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6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218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od slide / full-screen">
  <p:cSld name="Mood slide / full-scree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5" name="Google Shape;105;p40"/>
          <p:cNvSpPr txBox="1">
            <a:spLocks noGrp="1"/>
          </p:cNvSpPr>
          <p:nvPr>
            <p:ph type="body" idx="1"/>
          </p:nvPr>
        </p:nvSpPr>
        <p:spPr>
          <a:xfrm>
            <a:off x="432000" y="1098000"/>
            <a:ext cx="8640000" cy="1487991"/>
          </a:xfrm>
          <a:prstGeom prst="rect">
            <a:avLst/>
          </a:prstGeom>
          <a:solidFill>
            <a:schemeClr val="dk2">
              <a:alpha val="84705"/>
            </a:schemeClr>
          </a:solidFill>
          <a:ln>
            <a:noFill/>
          </a:ln>
        </p:spPr>
        <p:txBody>
          <a:bodyPr spcFirstLastPara="1" wrap="square" lIns="432000" tIns="432000" rIns="432000" bIns="432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0"/>
          <p:cNvSpPr txBox="1">
            <a:spLocks noGrp="1"/>
          </p:cNvSpPr>
          <p:nvPr>
            <p:ph type="body" idx="3"/>
          </p:nvPr>
        </p:nvSpPr>
        <p:spPr>
          <a:xfrm>
            <a:off x="10841432" y="172618"/>
            <a:ext cx="1350568" cy="68436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571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2x">
  <p:cSld name="Participant 2x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"/>
          <p:cNvSpPr txBox="1">
            <a:spLocks noGrp="1"/>
          </p:cNvSpPr>
          <p:nvPr>
            <p:ph type="body" idx="1"/>
          </p:nvPr>
        </p:nvSpPr>
        <p:spPr>
          <a:xfrm>
            <a:off x="3261360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body" idx="2"/>
          </p:nvPr>
        </p:nvSpPr>
        <p:spPr>
          <a:xfrm>
            <a:off x="6322980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1"/>
          <p:cNvSpPr txBox="1">
            <a:spLocks noGrp="1"/>
          </p:cNvSpPr>
          <p:nvPr>
            <p:ph type="body" idx="3"/>
          </p:nvPr>
        </p:nvSpPr>
        <p:spPr>
          <a:xfrm>
            <a:off x="3261360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1"/>
          <p:cNvSpPr txBox="1">
            <a:spLocks noGrp="1"/>
          </p:cNvSpPr>
          <p:nvPr>
            <p:ph type="body" idx="4"/>
          </p:nvPr>
        </p:nvSpPr>
        <p:spPr>
          <a:xfrm>
            <a:off x="6322980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41"/>
          <p:cNvSpPr>
            <a:spLocks noGrp="1"/>
          </p:cNvSpPr>
          <p:nvPr>
            <p:ph type="pic" idx="5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3" name="Google Shape;113;p41"/>
          <p:cNvSpPr>
            <a:spLocks noGrp="1"/>
          </p:cNvSpPr>
          <p:nvPr>
            <p:ph type="pic" idx="6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4" name="Google Shape;114;p4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3x">
  <p:cSld name="Participant 3x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>
            <a:spLocks noGrp="1"/>
          </p:cNvSpPr>
          <p:nvPr>
            <p:ph type="pic" idx="2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7" name="Google Shape;117;p42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42"/>
          <p:cNvSpPr txBox="1">
            <a:spLocks noGrp="1"/>
          </p:cNvSpPr>
          <p:nvPr>
            <p:ph type="body" idx="3"/>
          </p:nvPr>
        </p:nvSpPr>
        <p:spPr>
          <a:xfrm>
            <a:off x="4804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42"/>
          <p:cNvSpPr txBox="1">
            <a:spLocks noGrp="1"/>
          </p:cNvSpPr>
          <p:nvPr>
            <p:ph type="body" idx="4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2"/>
          <p:cNvSpPr txBox="1">
            <a:spLocks noGrp="1"/>
          </p:cNvSpPr>
          <p:nvPr>
            <p:ph type="body" idx="5"/>
          </p:nvPr>
        </p:nvSpPr>
        <p:spPr>
          <a:xfrm>
            <a:off x="4804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42"/>
          <p:cNvSpPr>
            <a:spLocks noGrp="1"/>
          </p:cNvSpPr>
          <p:nvPr>
            <p:ph type="pic" idx="6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2" name="Google Shape;122;p42"/>
          <p:cNvSpPr>
            <a:spLocks noGrp="1"/>
          </p:cNvSpPr>
          <p:nvPr>
            <p:ph type="pic" idx="7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3" name="Google Shape;123;p42"/>
          <p:cNvSpPr txBox="1">
            <a:spLocks noGrp="1"/>
          </p:cNvSpPr>
          <p:nvPr>
            <p:ph type="body" idx="8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42"/>
          <p:cNvSpPr txBox="1">
            <a:spLocks noGrp="1"/>
          </p:cNvSpPr>
          <p:nvPr>
            <p:ph type="body" idx="9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4x">
  <p:cSld name="Participant 4x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3"/>
          <p:cNvSpPr>
            <a:spLocks noGrp="1"/>
          </p:cNvSpPr>
          <p:nvPr>
            <p:ph type="pic" idx="2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8" name="Google Shape;128;p43"/>
          <p:cNvSpPr>
            <a:spLocks noGrp="1"/>
          </p:cNvSpPr>
          <p:nvPr>
            <p:ph type="pic" idx="3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9" name="Google Shape;129;p43"/>
          <p:cNvSpPr>
            <a:spLocks noGrp="1"/>
          </p:cNvSpPr>
          <p:nvPr>
            <p:ph type="pic" idx="4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0" name="Google Shape;130;p43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43"/>
          <p:cNvSpPr txBox="1">
            <a:spLocks noGrp="1"/>
          </p:cNvSpPr>
          <p:nvPr>
            <p:ph type="body" idx="5"/>
          </p:nvPr>
        </p:nvSpPr>
        <p:spPr>
          <a:xfrm>
            <a:off x="335822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43"/>
          <p:cNvSpPr txBox="1">
            <a:spLocks noGrp="1"/>
          </p:cNvSpPr>
          <p:nvPr>
            <p:ph type="body" idx="6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43"/>
          <p:cNvSpPr txBox="1">
            <a:spLocks noGrp="1"/>
          </p:cNvSpPr>
          <p:nvPr>
            <p:ph type="body" idx="7"/>
          </p:nvPr>
        </p:nvSpPr>
        <p:spPr>
          <a:xfrm>
            <a:off x="335822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43"/>
          <p:cNvSpPr txBox="1">
            <a:spLocks noGrp="1"/>
          </p:cNvSpPr>
          <p:nvPr>
            <p:ph type="body" idx="8"/>
          </p:nvPr>
        </p:nvSpPr>
        <p:spPr>
          <a:xfrm>
            <a:off x="6250847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43"/>
          <p:cNvSpPr txBox="1">
            <a:spLocks noGrp="1"/>
          </p:cNvSpPr>
          <p:nvPr>
            <p:ph type="body" idx="9"/>
          </p:nvPr>
        </p:nvSpPr>
        <p:spPr>
          <a:xfrm>
            <a:off x="6250847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43"/>
          <p:cNvSpPr>
            <a:spLocks noGrp="1"/>
          </p:cNvSpPr>
          <p:nvPr>
            <p:ph type="pic" idx="13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7" name="Google Shape;137;p43"/>
          <p:cNvSpPr txBox="1">
            <a:spLocks noGrp="1"/>
          </p:cNvSpPr>
          <p:nvPr>
            <p:ph type="body" idx="14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43"/>
          <p:cNvSpPr txBox="1">
            <a:spLocks noGrp="1"/>
          </p:cNvSpPr>
          <p:nvPr>
            <p:ph type="body" idx="15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4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5x">
  <p:cSld name="Participant 5x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4"/>
          <p:cNvSpPr>
            <a:spLocks noGrp="1"/>
          </p:cNvSpPr>
          <p:nvPr>
            <p:ph type="pic" idx="2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2" name="Google Shape;142;p44"/>
          <p:cNvSpPr>
            <a:spLocks noGrp="1"/>
          </p:cNvSpPr>
          <p:nvPr>
            <p:ph type="pic" idx="3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3" name="Google Shape;143;p44"/>
          <p:cNvSpPr>
            <a:spLocks noGrp="1"/>
          </p:cNvSpPr>
          <p:nvPr>
            <p:ph type="pic" idx="4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4" name="Google Shape;144;p44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44"/>
          <p:cNvSpPr txBox="1">
            <a:spLocks noGrp="1"/>
          </p:cNvSpPr>
          <p:nvPr>
            <p:ph type="body" idx="5"/>
          </p:nvPr>
        </p:nvSpPr>
        <p:spPr>
          <a:xfrm>
            <a:off x="4804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body" idx="6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44"/>
          <p:cNvSpPr txBox="1">
            <a:spLocks noGrp="1"/>
          </p:cNvSpPr>
          <p:nvPr>
            <p:ph type="body" idx="7"/>
          </p:nvPr>
        </p:nvSpPr>
        <p:spPr>
          <a:xfrm>
            <a:off x="4804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44"/>
          <p:cNvSpPr>
            <a:spLocks noGrp="1"/>
          </p:cNvSpPr>
          <p:nvPr>
            <p:ph type="pic" idx="8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9" name="Google Shape;149;p44"/>
          <p:cNvSpPr>
            <a:spLocks noGrp="1"/>
          </p:cNvSpPr>
          <p:nvPr>
            <p:ph type="pic" idx="9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0" name="Google Shape;150;p44"/>
          <p:cNvSpPr txBox="1">
            <a:spLocks noGrp="1"/>
          </p:cNvSpPr>
          <p:nvPr>
            <p:ph type="body" idx="13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44"/>
          <p:cNvSpPr txBox="1">
            <a:spLocks noGrp="1"/>
          </p:cNvSpPr>
          <p:nvPr>
            <p:ph type="body" idx="14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4"/>
          <p:cNvSpPr txBox="1">
            <a:spLocks noGrp="1"/>
          </p:cNvSpPr>
          <p:nvPr>
            <p:ph type="body" idx="15"/>
          </p:nvPr>
        </p:nvSpPr>
        <p:spPr>
          <a:xfrm>
            <a:off x="2653201" y="5451145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44"/>
          <p:cNvSpPr txBox="1">
            <a:spLocks noGrp="1"/>
          </p:cNvSpPr>
          <p:nvPr>
            <p:ph type="body" idx="16"/>
          </p:nvPr>
        </p:nvSpPr>
        <p:spPr>
          <a:xfrm>
            <a:off x="2653201" y="5797901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44"/>
          <p:cNvSpPr txBox="1">
            <a:spLocks noGrp="1"/>
          </p:cNvSpPr>
          <p:nvPr>
            <p:ph type="body" idx="17"/>
          </p:nvPr>
        </p:nvSpPr>
        <p:spPr>
          <a:xfrm>
            <a:off x="6954501" y="5451145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44"/>
          <p:cNvSpPr txBox="1">
            <a:spLocks noGrp="1"/>
          </p:cNvSpPr>
          <p:nvPr>
            <p:ph type="body" idx="18"/>
          </p:nvPr>
        </p:nvSpPr>
        <p:spPr>
          <a:xfrm>
            <a:off x="6954501" y="5797901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4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1)">
  <p:cSld name="Contact slide (1)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146400" y="1098000"/>
            <a:ext cx="3045600" cy="5760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59" name="Google Shape;159;p45"/>
          <p:cNvSpPr txBox="1">
            <a:spLocks noGrp="1"/>
          </p:cNvSpPr>
          <p:nvPr>
            <p:ph type="body" idx="1"/>
          </p:nvPr>
        </p:nvSpPr>
        <p:spPr>
          <a:xfrm>
            <a:off x="3455998" y="2016000"/>
            <a:ext cx="5255944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45"/>
          <p:cNvSpPr txBox="1">
            <a:spLocks noGrp="1"/>
          </p:cNvSpPr>
          <p:nvPr>
            <p:ph type="body" idx="3"/>
          </p:nvPr>
        </p:nvSpPr>
        <p:spPr>
          <a:xfrm>
            <a:off x="3455998" y="1520825"/>
            <a:ext cx="525594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45"/>
          <p:cNvSpPr>
            <a:spLocks noGrp="1"/>
          </p:cNvSpPr>
          <p:nvPr>
            <p:ph type="pic" idx="4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2" name="Google Shape;162;p45"/>
          <p:cNvSpPr txBox="1">
            <a:spLocks noGrp="1"/>
          </p:cNvSpPr>
          <p:nvPr>
            <p:ph type="body" idx="5"/>
          </p:nvPr>
        </p:nvSpPr>
        <p:spPr>
          <a:xfrm>
            <a:off x="3455998" y="2847527"/>
            <a:ext cx="5255944" cy="11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45"/>
          <p:cNvSpPr txBox="1">
            <a:spLocks noGrp="1"/>
          </p:cNvSpPr>
          <p:nvPr>
            <p:ph type="body" idx="6"/>
          </p:nvPr>
        </p:nvSpPr>
        <p:spPr>
          <a:xfrm>
            <a:off x="3455998" y="4535936"/>
            <a:ext cx="5255944" cy="189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4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57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2)">
  <p:cSld name="Contact slide (2)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4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146400" y="1098000"/>
            <a:ext cx="3045600" cy="5760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67" name="Google Shape;167;p46"/>
          <p:cNvSpPr txBox="1">
            <a:spLocks noGrp="1"/>
          </p:cNvSpPr>
          <p:nvPr>
            <p:ph type="body" idx="1"/>
          </p:nvPr>
        </p:nvSpPr>
        <p:spPr>
          <a:xfrm>
            <a:off x="434458" y="4876301"/>
            <a:ext cx="3920284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46"/>
          <p:cNvSpPr txBox="1">
            <a:spLocks noGrp="1"/>
          </p:cNvSpPr>
          <p:nvPr>
            <p:ph type="body" idx="3"/>
          </p:nvPr>
        </p:nvSpPr>
        <p:spPr>
          <a:xfrm>
            <a:off x="4791658" y="4876301"/>
            <a:ext cx="3920284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46"/>
          <p:cNvSpPr txBox="1">
            <a:spLocks noGrp="1"/>
          </p:cNvSpPr>
          <p:nvPr>
            <p:ph type="body" idx="4"/>
          </p:nvPr>
        </p:nvSpPr>
        <p:spPr>
          <a:xfrm>
            <a:off x="434458" y="3842876"/>
            <a:ext cx="3920284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46"/>
          <p:cNvSpPr txBox="1">
            <a:spLocks noGrp="1"/>
          </p:cNvSpPr>
          <p:nvPr>
            <p:ph type="body" idx="5"/>
          </p:nvPr>
        </p:nvSpPr>
        <p:spPr>
          <a:xfrm>
            <a:off x="432000" y="3347701"/>
            <a:ext cx="39202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>
            <a:spLocks noGrp="1"/>
          </p:cNvSpPr>
          <p:nvPr>
            <p:ph type="pic" idx="6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2" name="Google Shape;172;p46"/>
          <p:cNvSpPr>
            <a:spLocks noGrp="1"/>
          </p:cNvSpPr>
          <p:nvPr>
            <p:ph type="pic" idx="7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3" name="Google Shape;173;p46"/>
          <p:cNvSpPr txBox="1">
            <a:spLocks noGrp="1"/>
          </p:cNvSpPr>
          <p:nvPr>
            <p:ph type="body" idx="8"/>
          </p:nvPr>
        </p:nvSpPr>
        <p:spPr>
          <a:xfrm>
            <a:off x="4791658" y="3842876"/>
            <a:ext cx="3920284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body" idx="9"/>
          </p:nvPr>
        </p:nvSpPr>
        <p:spPr>
          <a:xfrm>
            <a:off x="4791658" y="3347701"/>
            <a:ext cx="39202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4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57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3)">
  <p:cSld name="Contact slide (3)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436100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4356100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431999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431999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47"/>
          <p:cNvSpPr>
            <a:spLocks noGrp="1"/>
          </p:cNvSpPr>
          <p:nvPr>
            <p:ph type="pic" idx="5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2" name="Google Shape;182;p47"/>
          <p:cNvSpPr>
            <a:spLocks noGrp="1"/>
          </p:cNvSpPr>
          <p:nvPr>
            <p:ph type="pic" idx="6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3" name="Google Shape;183;p47"/>
          <p:cNvSpPr txBox="1">
            <a:spLocks noGrp="1"/>
          </p:cNvSpPr>
          <p:nvPr>
            <p:ph type="body" idx="7"/>
          </p:nvPr>
        </p:nvSpPr>
        <p:spPr>
          <a:xfrm>
            <a:off x="4356100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47"/>
          <p:cNvSpPr txBox="1">
            <a:spLocks noGrp="1"/>
          </p:cNvSpPr>
          <p:nvPr>
            <p:ph type="body" idx="8"/>
          </p:nvPr>
        </p:nvSpPr>
        <p:spPr>
          <a:xfrm>
            <a:off x="4356100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47"/>
          <p:cNvSpPr txBox="1">
            <a:spLocks noGrp="1"/>
          </p:cNvSpPr>
          <p:nvPr>
            <p:ph type="body" idx="9"/>
          </p:nvPr>
        </p:nvSpPr>
        <p:spPr>
          <a:xfrm>
            <a:off x="8278813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47"/>
          <p:cNvSpPr>
            <a:spLocks noGrp="1"/>
          </p:cNvSpPr>
          <p:nvPr>
            <p:ph type="pic" idx="13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7" name="Google Shape;187;p47"/>
          <p:cNvSpPr txBox="1">
            <a:spLocks noGrp="1"/>
          </p:cNvSpPr>
          <p:nvPr>
            <p:ph type="body" idx="14"/>
          </p:nvPr>
        </p:nvSpPr>
        <p:spPr>
          <a:xfrm>
            <a:off x="8278813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47"/>
          <p:cNvSpPr txBox="1">
            <a:spLocks noGrp="1"/>
          </p:cNvSpPr>
          <p:nvPr>
            <p:ph type="body" idx="15"/>
          </p:nvPr>
        </p:nvSpPr>
        <p:spPr>
          <a:xfrm>
            <a:off x="8278813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4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7688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44582512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3805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B174F-64CB-F020-88E2-1F63BD8A9992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  <p:sp>
        <p:nvSpPr>
          <p:cNvPr id="24" name="Text Placeholder 43">
            <a:extLst>
              <a:ext uri="{FF2B5EF4-FFF2-40B4-BE49-F238E27FC236}">
                <a16:creationId xmlns:a16="http://schemas.microsoft.com/office/drawing/2014/main" id="{BDEA299F-CF48-A5F1-3781-1AB2A986B4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69200" y="1962000"/>
            <a:ext cx="2592000" cy="1296000"/>
          </a:xfrm>
          <a:solidFill>
            <a:schemeClr val="bg1"/>
          </a:solidFill>
          <a:ln>
            <a:noFill/>
          </a:ln>
        </p:spPr>
        <p:txBody>
          <a:bodyPr/>
          <a:lstStyle>
            <a:lvl1pPr marL="0" indent="0" rtl="0">
              <a:buNone/>
              <a:defRPr sz="1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GB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311981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>
            <a:spLocks noGrp="1"/>
          </p:cNvSpPr>
          <p:nvPr>
            <p:ph type="pic" idx="2"/>
          </p:nvPr>
        </p:nvSpPr>
        <p:spPr>
          <a:xfrm>
            <a:off x="609600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8" name="Google Shape;28;p25"/>
          <p:cNvSpPr txBox="1">
            <a:spLocks noGrp="1"/>
          </p:cNvSpPr>
          <p:nvPr>
            <p:ph type="body" idx="1"/>
          </p:nvPr>
        </p:nvSpPr>
        <p:spPr>
          <a:xfrm>
            <a:off x="432000" y="1530000"/>
            <a:ext cx="5232000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7719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340"/>
              <a:buFont typeface="Arial"/>
              <a:buAutoNum type="arabicPeriod"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940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2">
          <p15:clr>
            <a:srgbClr val="FBAE40"/>
          </p15:clr>
        </p15:guide>
        <p15:guide id="2" pos="270">
          <p15:clr>
            <a:srgbClr val="FBAE40"/>
          </p15:clr>
        </p15:guide>
        <p15:guide id="3" pos="3839">
          <p15:clr>
            <a:srgbClr val="FBAE40"/>
          </p15:clr>
        </p15:guide>
        <p15:guide id="4" orient="horz" pos="4047">
          <p15:clr>
            <a:srgbClr val="FBAE40"/>
          </p15:clr>
        </p15:guide>
        <p15:guide id="5" orient="horz" pos="963">
          <p15:clr>
            <a:srgbClr val="FBAE40"/>
          </p15:clr>
        </p15:guide>
        <p15:guide id="6" pos="356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hapte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25876119-2931-B4D9-CA69-9C3C8D964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5909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25876119-2931-B4D9-CA69-9C3C8D964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EC64C37-AEAB-AB56-B60A-FA7B85FC0FAA}"/>
              </a:ext>
            </a:extLst>
          </p:cNvPr>
          <p:cNvSpPr/>
          <p:nvPr userDrawn="1"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</p:spPr>
        <p:txBody>
          <a:bodyPr wrap="square" lIns="72000" tIns="72000" rIns="72000" bIns="72000" rtlCol="0" anchor="ctr">
            <a:noAutofit/>
          </a:bodyPr>
          <a:lstStyle/>
          <a:p>
            <a:pPr algn="ctr" rtl="0"/>
            <a:endParaRPr lang="en-GB" sz="1600" noProof="0">
              <a:solidFill>
                <a:schemeClr val="bg1"/>
              </a:solidFill>
            </a:endParaRP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A971CC8-DBCE-5991-27FA-298EE4BC6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21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2B9AC-C49E-CA80-7854-76D1F5F342B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999" y="5868000"/>
            <a:ext cx="11331375" cy="369332"/>
          </a:xfrm>
        </p:spPr>
        <p:txBody>
          <a:bodyPr>
            <a:no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/>
              <a:t>Subtitle, 24pt, 1 line only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0822-52F9-BD4E-ADA5-49B7C76432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4246162"/>
            <a:ext cx="11331375" cy="1477328"/>
          </a:xfrm>
        </p:spPr>
        <p:txBody>
          <a:bodyPr vert="horz" anchor="b">
            <a:noAutofit/>
          </a:bodyPr>
          <a:lstStyle>
            <a:lvl1pPr algn="l" rtl="0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Chapter title, 48pt,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905970862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6" pos="270">
          <p15:clr>
            <a:srgbClr val="FBAE40"/>
          </p15:clr>
        </p15:guide>
        <p15:guide id="7" pos="740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subtitle &amp; text with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63642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C190FF-DE90-AA8F-6845-8A45102A59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8E4329-5C74-DAA9-622B-1A4F88197D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160001"/>
            <a:ext cx="5232200" cy="4267788"/>
          </a:xfrm>
        </p:spPr>
        <p:txBody>
          <a:bodyPr/>
          <a:lstStyle>
            <a:lvl1pPr rtl="0">
              <a:defRPr>
                <a:solidFill>
                  <a:schemeClr val="tx1"/>
                </a:solidFill>
              </a:defRPr>
            </a:lvl1pPr>
            <a:lvl2pPr rtl="0">
              <a:defRPr>
                <a:solidFill>
                  <a:schemeClr val="tx1"/>
                </a:solidFill>
              </a:defRPr>
            </a:lvl2pPr>
            <a:lvl3pPr rtl="0">
              <a:defRPr/>
            </a:lvl3pPr>
          </a:lstStyle>
          <a:p>
            <a:pPr lvl="0"/>
            <a:r>
              <a:rPr lang="en-GB" noProof="0"/>
              <a:t>First level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E344F46-D0B7-BE8E-2076-DC88EDCE8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1530000"/>
            <a:ext cx="5232200" cy="338554"/>
          </a:xfrm>
        </p:spPr>
        <p:txBody>
          <a:bodyPr>
            <a:noAutofit/>
          </a:bodyPr>
          <a:lstStyle>
            <a:lvl1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noProof="0"/>
              <a:t>Subtitle, 22pt, 1 line only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12DC60-1B20-60A5-7F1D-CE4A63B8D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91052809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7" orient="horz" pos="963">
          <p15:clr>
            <a:srgbClr val="FBAE40"/>
          </p15:clr>
        </p15:guide>
        <p15:guide id="18" pos="270">
          <p15:clr>
            <a:srgbClr val="FBAE40"/>
          </p15:clr>
        </p15:guide>
        <p15:guide id="19" orient="horz" pos="692">
          <p15:clr>
            <a:srgbClr val="FBAE40"/>
          </p15:clr>
        </p15:guide>
        <p15:guide id="20" orient="horz" pos="4049">
          <p15:clr>
            <a:srgbClr val="FBAE40"/>
          </p15:clr>
        </p15:guide>
        <p15:guide id="21" orient="horz" pos="1359">
          <p15:clr>
            <a:srgbClr val="FBAE40"/>
          </p15:clr>
        </p15:guide>
        <p15:guide id="22" pos="3568">
          <p15:clr>
            <a:srgbClr val="FBAE40"/>
          </p15:clr>
        </p15:guide>
        <p15:guide id="23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C815432-1626-BBCF-EDFF-4A58259064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1701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C815432-1626-BBCF-EDFF-4A58259064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9DC67D7-52EE-6ADA-F962-34E45323AA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1098000"/>
            <a:ext cx="6096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92BD0-3906-45A7-FD93-C56CA8C7C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1530000"/>
            <a:ext cx="5232000" cy="4896000"/>
          </a:xfrm>
        </p:spPr>
        <p:txBody>
          <a:bodyPr anchor="t"/>
          <a:lstStyle>
            <a:lvl1pPr marL="625507" indent="-625507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ct val="130000"/>
              <a:buFont typeface="+mj-lt"/>
              <a:buAutoNum type="arabicPeriod"/>
              <a:defRPr b="1">
                <a:solidFill>
                  <a:schemeClr val="tx1"/>
                </a:solidFill>
              </a:defRPr>
            </a:lvl1pPr>
            <a:lvl2pPr marL="625507" indent="0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noProof="0"/>
              <a:t>Add agenda topic, 18 pt</a:t>
            </a:r>
          </a:p>
          <a:p>
            <a:pPr lvl="1"/>
            <a:r>
              <a:rPr lang="en-GB" noProof="0"/>
              <a:t>Subtopic, 16 pt</a:t>
            </a:r>
          </a:p>
          <a:p>
            <a:pPr lvl="1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85BAD-0861-C6A4-56E2-BF176F171A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GB" noProof="0"/>
              <a:t>Title, 28pt</a:t>
            </a:r>
          </a:p>
        </p:txBody>
      </p:sp>
    </p:spTree>
    <p:extLst>
      <p:ext uri="{BB962C8B-B14F-4D97-AF65-F5344CB8AC3E}">
        <p14:creationId xmlns:p14="http://schemas.microsoft.com/office/powerpoint/2010/main" val="1300114120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8" orient="horz" pos="692">
          <p15:clr>
            <a:srgbClr val="FBAE40"/>
          </p15:clr>
        </p15:guide>
        <p15:guide id="9" pos="270">
          <p15:clr>
            <a:srgbClr val="FBAE40"/>
          </p15:clr>
        </p15:guide>
        <p15:guide id="10" pos="3839">
          <p15:clr>
            <a:srgbClr val="FBAE40"/>
          </p15:clr>
        </p15:guide>
        <p15:guide id="11" orient="horz" pos="4047">
          <p15:clr>
            <a:srgbClr val="FBAE40"/>
          </p15:clr>
        </p15:guide>
        <p15:guide id="12" orient="horz" pos="963">
          <p15:clr>
            <a:srgbClr val="FBAE40"/>
          </p15:clr>
        </p15:guide>
        <p15:guide id="13" pos="356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5B191B24-6C4A-7D73-6A24-504B6A01E9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1297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5B191B24-6C4A-7D73-6A24-504B6A01E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B1008097-4228-1AEA-6834-837AEB6C765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8000"/>
            <a:ext cx="12192000" cy="576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 rtl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8952-F9D6-8A77-2EE2-5858DB4221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Title, 28pt, </a:t>
            </a:r>
            <a:br>
              <a:rPr lang="en-GB" noProof="0"/>
            </a:br>
            <a:r>
              <a:rPr lang="en-GB" noProof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867318347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0" pos="270">
          <p15:clr>
            <a:srgbClr val="FBAE40"/>
          </p15:clr>
        </p15:guide>
        <p15:guide id="11" orient="horz" pos="6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ftr" idx="11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ldNum" idx="12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2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11021614" y="352800"/>
            <a:ext cx="738385" cy="324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  <p:sldLayoutId id="2147483682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.xml"/><Relationship Id="rId6" Type="http://schemas.openxmlformats.org/officeDocument/2006/relationships/image" Target="../media/image9.jpg"/><Relationship Id="rId11" Type="http://schemas.openxmlformats.org/officeDocument/2006/relationships/image" Target="../media/image14.png"/><Relationship Id="rId5" Type="http://schemas.openxmlformats.org/officeDocument/2006/relationships/image" Target="../media/image7.emf"/><Relationship Id="rId10" Type="http://schemas.openxmlformats.org/officeDocument/2006/relationships/image" Target="../media/image13.svg"/><Relationship Id="rId4" Type="http://schemas.openxmlformats.org/officeDocument/2006/relationships/oleObject" Target="../embeddings/oleObject7.bin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8.xml"/><Relationship Id="rId6" Type="http://schemas.openxmlformats.org/officeDocument/2006/relationships/image" Target="../media/image17.jpg"/><Relationship Id="rId5" Type="http://schemas.openxmlformats.org/officeDocument/2006/relationships/image" Target="../media/image7.emf"/><Relationship Id="rId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9.xml"/><Relationship Id="rId6" Type="http://schemas.openxmlformats.org/officeDocument/2006/relationships/image" Target="../media/image20.jpg"/><Relationship Id="rId5" Type="http://schemas.openxmlformats.org/officeDocument/2006/relationships/image" Target="../media/image19.emf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0.xml"/><Relationship Id="rId6" Type="http://schemas.openxmlformats.org/officeDocument/2006/relationships/image" Target="../media/image20.jpg"/><Relationship Id="rId5" Type="http://schemas.openxmlformats.org/officeDocument/2006/relationships/image" Target="../media/image19.emf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11.xml"/><Relationship Id="rId6" Type="http://schemas.openxmlformats.org/officeDocument/2006/relationships/image" Target="../media/image20.jpg"/><Relationship Id="rId5" Type="http://schemas.openxmlformats.org/officeDocument/2006/relationships/image" Target="../media/image19.emf"/><Relationship Id="rId4" Type="http://schemas.openxmlformats.org/officeDocument/2006/relationships/oleObject" Target="../embeddings/oleObject9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5.jp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hyperlink" Target="about:blank" TargetMode="External"/><Relationship Id="rId9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45.jp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818451F-DE2B-B8D1-E7DA-DF54F2094E8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3DC8AC8-3EE6-0346-C3D1-617A95A52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bbv Software Services AG  |  </a:t>
            </a:r>
            <a:r>
              <a:rPr lang="en-CH" dirty="0">
                <a:solidFill>
                  <a:srgbClr val="C00000"/>
                </a:solidFill>
              </a:rPr>
              <a:t>Date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4A268C-5455-5620-C433-3CCEA8882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>
                <a:solidFill>
                  <a:srgbClr val="C00000"/>
                </a:solidFill>
              </a:rPr>
              <a:t>Y</a:t>
            </a:r>
            <a:r>
              <a:rPr lang="en-US" dirty="0">
                <a:solidFill>
                  <a:srgbClr val="C00000"/>
                </a:solidFill>
              </a:rPr>
              <a:t>PP</a:t>
            </a:r>
            <a:r>
              <a:rPr lang="vi-VN" dirty="0">
                <a:solidFill>
                  <a:srgbClr val="C00000"/>
                </a:solidFill>
              </a:rPr>
              <a:t> 4</a:t>
            </a:r>
            <a:r>
              <a:rPr lang="en-US" dirty="0" err="1">
                <a:solidFill>
                  <a:srgbClr val="C00000"/>
                </a:solidFill>
              </a:rPr>
              <a:t>th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570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BBE1C08-AA88-72BB-AF71-C57753F3F3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BBE1C08-AA88-72BB-AF71-C57753F3F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B458723-F8F0-9DEE-EB70-04F588D700D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/>
          <a:srcRect t="26389" b="26389"/>
          <a:stretch/>
        </p:blipFill>
        <p:spPr/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02ED5A7-572B-82DF-E867-D87AF7CFD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>
                <a:solidFill>
                  <a:srgbClr val="C00000"/>
                </a:solidFill>
              </a:rPr>
              <a:t>bbv Software Services AG  |  </a:t>
            </a:r>
            <a:r>
              <a:rPr lang="en-CH" noProof="0" dirty="0">
                <a:solidFill>
                  <a:srgbClr val="C00000"/>
                </a:solidFill>
              </a:rPr>
              <a:t>Date</a:t>
            </a:r>
            <a:r>
              <a:rPr lang="en-US" noProof="0" dirty="0">
                <a:solidFill>
                  <a:srgbClr val="C00000"/>
                </a:solidFill>
              </a:rPr>
              <a:t>: 08/05/2025</a:t>
            </a:r>
            <a:endParaRPr lang="en-GB" noProof="0" dirty="0">
              <a:solidFill>
                <a:srgbClr val="C0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A50645-4898-AAC6-F648-5D00E1663E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CH" noProof="0" dirty="0">
                <a:solidFill>
                  <a:srgbClr val="C00000"/>
                </a:solidFill>
              </a:rPr>
              <a:t>Presentation on </a:t>
            </a:r>
            <a:r>
              <a:rPr lang="en-US" dirty="0">
                <a:solidFill>
                  <a:srgbClr val="C00000"/>
                </a:solidFill>
              </a:rPr>
              <a:t>Use Case </a:t>
            </a:r>
            <a:r>
              <a:rPr lang="en-US" dirty="0" err="1">
                <a:solidFill>
                  <a:srgbClr val="C00000"/>
                </a:solidFill>
              </a:rPr>
              <a:t>InFlow</a:t>
            </a:r>
            <a:endParaRPr lang="en-GB" noProof="0" dirty="0">
              <a:solidFill>
                <a:srgbClr val="C00000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76990F-B249-6611-0800-1DA433F97A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C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C3FBF0-6FE4-4ED5-97F7-BC43A1D2912A}"/>
              </a:ext>
            </a:extLst>
          </p:cNvPr>
          <p:cNvGrpSpPr/>
          <p:nvPr/>
        </p:nvGrpSpPr>
        <p:grpSpPr>
          <a:xfrm>
            <a:off x="9595831" y="2346866"/>
            <a:ext cx="1736339" cy="526268"/>
            <a:chOff x="8343600" y="2412129"/>
            <a:chExt cx="2315118" cy="701691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0A1A25B-D699-C973-F9E8-41E61746C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80F7C00-B899-BC79-5218-8DD951C055F2}"/>
                </a:ext>
              </a:extLst>
            </p:cNvPr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88E55AF8-2654-F41B-C4A1-D490B9B589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57BBDFB2-E80D-449C-2D7B-F4BAB3531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5713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>
            <a:spLocks noGrp="1"/>
          </p:cNvSpPr>
          <p:nvPr>
            <p:ph type="body" idx="1"/>
          </p:nvPr>
        </p:nvSpPr>
        <p:spPr>
          <a:xfrm>
            <a:off x="432000" y="1530000"/>
            <a:ext cx="5232000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Introduction </a:t>
            </a:r>
          </a:p>
          <a:p>
            <a:pPr marL="342900" indent="-342900">
              <a:spcBef>
                <a:spcPts val="0"/>
              </a:spcBef>
            </a:pPr>
            <a:endParaRPr lang="en-US" noProof="1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Module</a:t>
            </a:r>
          </a:p>
          <a:p>
            <a:pPr marL="342900" indent="-342900">
              <a:spcBef>
                <a:spcPts val="0"/>
              </a:spcBef>
            </a:pPr>
            <a:endParaRPr lang="en-US" noProof="1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UI Screens in the Inflowinventory</a:t>
            </a:r>
          </a:p>
          <a:p>
            <a:pPr marL="342900" indent="-342900">
              <a:spcBef>
                <a:spcPts val="0"/>
              </a:spcBef>
            </a:pPr>
            <a:endParaRPr lang="en-US" noProof="1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>
              <a:spcBef>
                <a:spcPts val="0"/>
              </a:spcBef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Usecase</a:t>
            </a:r>
          </a:p>
          <a:p>
            <a:pPr marL="342900" indent="-342900"/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Q&amp;A</a:t>
            </a:r>
          </a:p>
        </p:txBody>
      </p:sp>
      <p:sp>
        <p:nvSpPr>
          <p:cNvPr id="215" name="Google Shape;215;p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>
                <a:latin typeface="Segoe UI Semibold" panose="020B0702040204020203" pitchFamily="34" charset="0"/>
                <a:cs typeface="Segoe UI Semibold" panose="020B0702040204020203" pitchFamily="34" charset="0"/>
              </a:rPr>
              <a:t>Agenda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2730B-5A87-7C3E-86D6-B98C7F526860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4888D1-90FE-5A9C-16D1-E5B5E8823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323" y="1042835"/>
            <a:ext cx="8805820" cy="58151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9B0D693-42D5-3C0F-5ED4-40522D2C12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9B0D693-42D5-3C0F-5ED4-40522D2C1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648B22-9BC3-A38D-EECF-81EDB4845C6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9" b="42247"/>
          <a:stretch/>
        </p:blipFill>
        <p:spPr>
          <a:xfrm>
            <a:off x="0" y="1098000"/>
            <a:ext cx="12192000" cy="2160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1F6CD6B-1F52-35AC-8E87-6337B4A10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C00000"/>
                </a:solidFill>
              </a:rPr>
              <a:t>What is </a:t>
            </a:r>
            <a:r>
              <a:rPr lang="en-GB" dirty="0" err="1">
                <a:solidFill>
                  <a:srgbClr val="C00000"/>
                </a:solidFill>
              </a:rPr>
              <a:t>Inflowinventory</a:t>
            </a:r>
            <a:r>
              <a:rPr lang="en-GB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CCE0C7-F39C-A9B7-EFD4-CECED4307F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vi-VN" dirty="0">
                <a:solidFill>
                  <a:srgbClr val="C00000"/>
                </a:solidFill>
              </a:rPr>
              <a:t>INTRODUCTION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589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E9E7B5-BDF1-4F3B-5DC4-0AD36B6113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669323" lvl="1" indent="-334662">
              <a:lnSpc>
                <a:spcPct val="100000"/>
              </a:lnSpc>
            </a:pPr>
            <a:r>
              <a:rPr lang="en-US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Inflow</a:t>
            </a:r>
          </a:p>
          <a:p>
            <a:pPr marL="669323" lvl="1" indent="-334662">
              <a:lnSpc>
                <a:spcPct val="100000"/>
              </a:lnSpc>
            </a:pPr>
            <a:r>
              <a:rPr lang="en-US" dirty="0">
                <a:solidFill>
                  <a:srgbClr val="333333"/>
                </a:solidFill>
                <a:ea typeface="Arial"/>
                <a:cs typeface="Arial"/>
                <a:sym typeface="Arial"/>
              </a:rPr>
              <a:t>Let’s users:</a:t>
            </a:r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r>
              <a:rPr lang="en-US" dirty="0"/>
              <a:t>Create workspace boards</a:t>
            </a:r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endParaRPr lang="en-US" dirty="0"/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endParaRPr lang="en-US" dirty="0"/>
          </a:p>
          <a:p>
            <a:pPr marL="1338646" lvl="2" indent="-446216">
              <a:lnSpc>
                <a:spcPct val="100000"/>
              </a:lnSpc>
              <a:buFont typeface="Arial"/>
              <a:buChar char="⚬"/>
            </a:pPr>
            <a:endParaRPr lang="en-US" dirty="0">
              <a:solidFill>
                <a:srgbClr val="333333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1DB2E-AD64-0680-8783-D12FD58E83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What is InflowInventory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096EED-E4A7-AF91-27B1-EB89B3B3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B430B1-973C-6D58-DB50-11AC680610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A7FACF-83F0-718D-56CE-393C18FCAB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15" r="14177" b="3101"/>
          <a:stretch>
            <a:fillRect/>
          </a:stretch>
        </p:blipFill>
        <p:spPr>
          <a:xfrm>
            <a:off x="4580898" y="1098000"/>
            <a:ext cx="7954483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6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D18B968-C584-8DAD-AD19-51B0EF3222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D18B968-C584-8DAD-AD19-51B0EF322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7CEAA93-EF5B-6E0E-C86D-8320414DF7B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2C5989-BC54-3BBD-8A51-0597FC880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>
                <a:solidFill>
                  <a:srgbClr val="C00000"/>
                </a:solidFill>
              </a:rPr>
              <a:t>Key Functionalities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068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C62CE5-8D7B-3AB9-4C63-246726DC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Key Functionalities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23B3847-D2DC-32A6-5F97-217BB02A55AC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518160" y="2656545"/>
            <a:ext cx="45476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345CD5-CA78-8E5A-CC32-986BAB056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674" y="1080167"/>
            <a:ext cx="6399326" cy="577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1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F1FFE-152A-893C-9933-2331916BF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CBE0340-20C7-1584-4092-C5822FC11C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D18B968-C584-8DAD-AD19-51B0EF322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3EDA12E-05CB-8BDB-4253-6F4509380B1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E9F2193-D53C-4C05-1613-94BB06962E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>
                <a:solidFill>
                  <a:srgbClr val="C00000"/>
                </a:solidFill>
              </a:rPr>
              <a:t>Purchase module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430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01D82-3A9F-D26D-CEF5-3E39F32E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15B809-A0A3-F4A4-F22A-CA9A4DA2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PURCHASE ORDER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9051F-C294-1AFE-34AF-EF13EB2C2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653"/>
            <a:ext cx="12192000" cy="609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E87EBF-9F4F-810D-46BC-86D19C4DE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179652"/>
            <a:ext cx="12778451" cy="613142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E367C19-F073-452B-4B9E-D653512F35C6}"/>
              </a:ext>
            </a:extLst>
          </p:cNvPr>
          <p:cNvGrpSpPr/>
          <p:nvPr/>
        </p:nvGrpSpPr>
        <p:grpSpPr>
          <a:xfrm>
            <a:off x="4608576" y="4345967"/>
            <a:ext cx="3073447" cy="2323057"/>
            <a:chOff x="3842864" y="1202196"/>
            <a:chExt cx="3073447" cy="2323057"/>
          </a:xfrm>
        </p:grpSpPr>
        <p:sp>
          <p:nvSpPr>
            <p:cNvPr id="11" name="Google Shape;229;g370fc456c4b_0_4">
              <a:extLst>
                <a:ext uri="{FF2B5EF4-FFF2-40B4-BE49-F238E27FC236}">
                  <a16:creationId xmlns:a16="http://schemas.microsoft.com/office/drawing/2014/main" id="{66CBA8F2-CD8C-FBFE-6EB0-4106190E6A6D}"/>
                </a:ext>
              </a:extLst>
            </p:cNvPr>
            <p:cNvSpPr/>
            <p:nvPr/>
          </p:nvSpPr>
          <p:spPr>
            <a:xfrm>
              <a:off x="3842864" y="1737725"/>
              <a:ext cx="2121408" cy="1787528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12" name="Google Shape;230;g370fc456c4b_0_4">
              <a:extLst>
                <a:ext uri="{FF2B5EF4-FFF2-40B4-BE49-F238E27FC236}">
                  <a16:creationId xmlns:a16="http://schemas.microsoft.com/office/drawing/2014/main" id="{8A4FE6DD-7DF9-7A72-7DAA-1489830442FC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 flipH="1">
              <a:off x="4903568" y="1345933"/>
              <a:ext cx="1060704" cy="391792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6D89ADA-CE12-A607-33AE-B2924E107346}"/>
                </a:ext>
              </a:extLst>
            </p:cNvPr>
            <p:cNvSpPr/>
            <p:nvPr/>
          </p:nvSpPr>
          <p:spPr>
            <a:xfrm>
              <a:off x="5964272" y="1202196"/>
              <a:ext cx="952039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Purchase</a:t>
              </a:r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DB43E6-3152-40DF-A722-9A0CE85720ED}"/>
              </a:ext>
            </a:extLst>
          </p:cNvPr>
          <p:cNvGrpSpPr/>
          <p:nvPr/>
        </p:nvGrpSpPr>
        <p:grpSpPr>
          <a:xfrm>
            <a:off x="5549912" y="5000008"/>
            <a:ext cx="1741434" cy="803706"/>
            <a:chOff x="1322566" y="3637497"/>
            <a:chExt cx="1741434" cy="80370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60E3822-EFDF-2F84-467F-E0210543E915}"/>
                </a:ext>
              </a:extLst>
            </p:cNvPr>
            <p:cNvGrpSpPr/>
            <p:nvPr/>
          </p:nvGrpSpPr>
          <p:grpSpPr>
            <a:xfrm>
              <a:off x="1958768" y="3637497"/>
              <a:ext cx="1105232" cy="287471"/>
              <a:chOff x="6568435" y="3966362"/>
              <a:chExt cx="1105232" cy="287471"/>
            </a:xfrm>
          </p:grpSpPr>
          <p:sp>
            <p:nvSpPr>
              <p:cNvPr id="22" name="Google Shape;229;g370fc456c4b_0_4">
                <a:extLst>
                  <a:ext uri="{FF2B5EF4-FFF2-40B4-BE49-F238E27FC236}">
                    <a16:creationId xmlns:a16="http://schemas.microsoft.com/office/drawing/2014/main" id="{D19391A2-1E57-327C-EB9A-0132DCD40D99}"/>
                  </a:ext>
                </a:extLst>
              </p:cNvPr>
              <p:cNvSpPr/>
              <p:nvPr/>
            </p:nvSpPr>
            <p:spPr>
              <a:xfrm>
                <a:off x="6568435" y="3966362"/>
                <a:ext cx="326003" cy="287471"/>
              </a:xfrm>
              <a:prstGeom prst="rect">
                <a:avLst/>
              </a:prstGeom>
              <a:noFill/>
              <a:ln w="28575" cap="flat" cmpd="sng">
                <a:solidFill>
                  <a:srgbClr val="FFC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noProof="1">
                  <a:solidFill>
                    <a:schemeClr val="lt1"/>
                  </a:solidFill>
                </a:endParaRPr>
              </a:p>
            </p:txBody>
          </p:sp>
          <p:cxnSp>
            <p:nvCxnSpPr>
              <p:cNvPr id="23" name="Google Shape;230;g370fc456c4b_0_4">
                <a:extLst>
                  <a:ext uri="{FF2B5EF4-FFF2-40B4-BE49-F238E27FC236}">
                    <a16:creationId xmlns:a16="http://schemas.microsoft.com/office/drawing/2014/main" id="{906D4FFD-4123-1CB8-0AFF-DCE01D537062}"/>
                  </a:ext>
                </a:extLst>
              </p:cNvPr>
              <p:cNvCxnSpPr>
                <a:cxnSpLocks/>
                <a:endCxn id="22" idx="3"/>
              </p:cNvCxnSpPr>
              <p:nvPr/>
            </p:nvCxnSpPr>
            <p:spPr>
              <a:xfrm flipH="1">
                <a:off x="6894438" y="4095907"/>
                <a:ext cx="779229" cy="1419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FFC000"/>
                </a:solidFill>
                <a:prstDash val="solid"/>
                <a:round/>
                <a:headEnd type="arrow" w="med" len="sm"/>
                <a:tailEnd type="none" w="med" len="med"/>
              </a:ln>
            </p:spPr>
          </p:cxnSp>
        </p:grp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7F42743-E51D-9EDF-A423-511B5462A349}"/>
                </a:ext>
              </a:extLst>
            </p:cNvPr>
            <p:cNvSpPr/>
            <p:nvPr/>
          </p:nvSpPr>
          <p:spPr>
            <a:xfrm>
              <a:off x="1322566" y="4153731"/>
              <a:ext cx="982198" cy="287472"/>
            </a:xfrm>
            <a:prstGeom prst="roundRect">
              <a:avLst/>
            </a:prstGeom>
            <a:solidFill>
              <a:srgbClr val="FFECAF"/>
            </a:solidFill>
            <a:ln w="222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1">
                  <a:solidFill>
                    <a:srgbClr val="EEB00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Click here</a:t>
              </a:r>
              <a:endParaRPr lang="en-US" sz="1200" dirty="0">
                <a:solidFill>
                  <a:srgbClr val="EEB000"/>
                </a:solidFill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4FDCB53-5F1D-BB34-3604-94A245668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346" y="4819365"/>
            <a:ext cx="1654508" cy="142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5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26773-FBDF-6072-275E-44E0B5C94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995F71-CF28-7DE5-51D3-6EFB867AB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MANAGE PURCHASE ORDER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C3179-DE23-3FC9-A30F-CF4F5E7B6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653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033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37D73-CA00-D753-EA99-C55200B1F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792112-7BEC-2830-61FC-78F732748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PURCHASE ORDER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F48814-DA2B-24DE-67BC-E00BA4BDB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653"/>
            <a:ext cx="12192000" cy="609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CE3CFB-01D3-B37D-A0C3-841F7CA8B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7222" y="1179653"/>
            <a:ext cx="12639222" cy="609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58F4CE-16B9-1142-6A42-D6CFAEA69B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28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5587-29F5-6866-4F5D-13D0FFB61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6F495E-F478-D0B8-07E3-2B3D7828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PURCHASE ORDER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09E284-0364-71CD-1252-94A6B5093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653"/>
            <a:ext cx="12192000" cy="609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2BDEE4-CDE3-9C69-79E9-49FD71F8E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7222" y="1179653"/>
            <a:ext cx="12639222" cy="609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8C1E8F-F30A-E716-5181-15E3839865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5809F8-BFCC-0A00-20AC-737B2CA288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904647"/>
            <a:ext cx="3161803" cy="26460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E29416-D7E0-E6B2-99BA-D0D353E47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7803" y="2904647"/>
            <a:ext cx="3027439" cy="2774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EAFA60-B244-D631-16A9-A8C924B6B2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978" y="2737449"/>
            <a:ext cx="3416437" cy="264645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1D6972D-767A-B870-3F71-41DA91E60CAF}"/>
              </a:ext>
            </a:extLst>
          </p:cNvPr>
          <p:cNvGrpSpPr/>
          <p:nvPr/>
        </p:nvGrpSpPr>
        <p:grpSpPr>
          <a:xfrm>
            <a:off x="2492697" y="5381226"/>
            <a:ext cx="1218066" cy="896699"/>
            <a:chOff x="3842864" y="1737725"/>
            <a:chExt cx="1218066" cy="896699"/>
          </a:xfrm>
        </p:grpSpPr>
        <p:sp>
          <p:nvSpPr>
            <p:cNvPr id="15" name="Google Shape;229;g370fc456c4b_0_4">
              <a:extLst>
                <a:ext uri="{FF2B5EF4-FFF2-40B4-BE49-F238E27FC236}">
                  <a16:creationId xmlns:a16="http://schemas.microsoft.com/office/drawing/2014/main" id="{37D22C4F-BEFF-5B34-A059-159C16AD0F05}"/>
                </a:ext>
              </a:extLst>
            </p:cNvPr>
            <p:cNvSpPr/>
            <p:nvPr/>
          </p:nvSpPr>
          <p:spPr>
            <a:xfrm>
              <a:off x="3842864" y="1737725"/>
              <a:ext cx="1218066" cy="297121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16" name="Google Shape;230;g370fc456c4b_0_4">
              <a:extLst>
                <a:ext uri="{FF2B5EF4-FFF2-40B4-BE49-F238E27FC236}">
                  <a16:creationId xmlns:a16="http://schemas.microsoft.com/office/drawing/2014/main" id="{B788DE93-FFC8-BAD7-E855-E8E22A9046AD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4451897" y="2034846"/>
              <a:ext cx="0" cy="306975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C9717EA-D3D3-85AC-48E1-C3DA38357D12}"/>
                </a:ext>
              </a:extLst>
            </p:cNvPr>
            <p:cNvSpPr/>
            <p:nvPr/>
          </p:nvSpPr>
          <p:spPr>
            <a:xfrm>
              <a:off x="3975877" y="2346952"/>
              <a:ext cx="952039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Purchase</a:t>
              </a:r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E3B8FFA-9899-48E2-9B28-298C07333D17}"/>
              </a:ext>
            </a:extLst>
          </p:cNvPr>
          <p:cNvGrpSpPr/>
          <p:nvPr/>
        </p:nvGrpSpPr>
        <p:grpSpPr>
          <a:xfrm>
            <a:off x="4772857" y="5006956"/>
            <a:ext cx="952039" cy="944861"/>
            <a:chOff x="3705375" y="1737725"/>
            <a:chExt cx="952039" cy="944861"/>
          </a:xfrm>
        </p:grpSpPr>
        <p:sp>
          <p:nvSpPr>
            <p:cNvPr id="22" name="Google Shape;229;g370fc456c4b_0_4">
              <a:extLst>
                <a:ext uri="{FF2B5EF4-FFF2-40B4-BE49-F238E27FC236}">
                  <a16:creationId xmlns:a16="http://schemas.microsoft.com/office/drawing/2014/main" id="{77A8DFAA-46D5-CC65-F38A-FC6AA143F037}"/>
                </a:ext>
              </a:extLst>
            </p:cNvPr>
            <p:cNvSpPr/>
            <p:nvPr/>
          </p:nvSpPr>
          <p:spPr>
            <a:xfrm>
              <a:off x="3842864" y="1737725"/>
              <a:ext cx="677063" cy="229579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23" name="Google Shape;230;g370fc456c4b_0_4">
              <a:extLst>
                <a:ext uri="{FF2B5EF4-FFF2-40B4-BE49-F238E27FC236}">
                  <a16:creationId xmlns:a16="http://schemas.microsoft.com/office/drawing/2014/main" id="{60A23071-1692-08F7-0D77-C7F844515928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4181394" y="1967304"/>
              <a:ext cx="1" cy="427810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50FBB54-C3F2-AAFD-55EB-722A5DCB6976}"/>
                </a:ext>
              </a:extLst>
            </p:cNvPr>
            <p:cNvSpPr/>
            <p:nvPr/>
          </p:nvSpPr>
          <p:spPr>
            <a:xfrm>
              <a:off x="3705375" y="2395114"/>
              <a:ext cx="952039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Purchase</a:t>
              </a:r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32DB68E-9763-11DC-9901-FE086178A806}"/>
              </a:ext>
            </a:extLst>
          </p:cNvPr>
          <p:cNvGrpSpPr/>
          <p:nvPr/>
        </p:nvGrpSpPr>
        <p:grpSpPr>
          <a:xfrm>
            <a:off x="6239972" y="2481267"/>
            <a:ext cx="3073447" cy="765108"/>
            <a:chOff x="3842864" y="1202196"/>
            <a:chExt cx="3073447" cy="765108"/>
          </a:xfrm>
        </p:grpSpPr>
        <p:sp>
          <p:nvSpPr>
            <p:cNvPr id="29" name="Google Shape;229;g370fc456c4b_0_4">
              <a:extLst>
                <a:ext uri="{FF2B5EF4-FFF2-40B4-BE49-F238E27FC236}">
                  <a16:creationId xmlns:a16="http://schemas.microsoft.com/office/drawing/2014/main" id="{0BFDB350-6F4A-64B5-18DB-237F56069C9B}"/>
                </a:ext>
              </a:extLst>
            </p:cNvPr>
            <p:cNvSpPr/>
            <p:nvPr/>
          </p:nvSpPr>
          <p:spPr>
            <a:xfrm>
              <a:off x="3842864" y="1737725"/>
              <a:ext cx="677063" cy="229579"/>
            </a:xfrm>
            <a:prstGeom prst="rect">
              <a:avLst/>
            </a:prstGeom>
            <a:noFill/>
            <a:ln w="28575" cap="flat" cmpd="sng">
              <a:solidFill>
                <a:srgbClr val="579D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1">
                <a:solidFill>
                  <a:schemeClr val="lt1"/>
                </a:solidFill>
              </a:endParaRPr>
            </a:p>
          </p:txBody>
        </p:sp>
        <p:cxnSp>
          <p:nvCxnSpPr>
            <p:cNvPr id="30" name="Google Shape;230;g370fc456c4b_0_4">
              <a:extLst>
                <a:ext uri="{FF2B5EF4-FFF2-40B4-BE49-F238E27FC236}">
                  <a16:creationId xmlns:a16="http://schemas.microsoft.com/office/drawing/2014/main" id="{AC0E51DF-506E-7DE0-AD13-CE568C51D53F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 flipH="1">
              <a:off x="4181396" y="1345933"/>
              <a:ext cx="1782876" cy="391792"/>
            </a:xfrm>
            <a:prstGeom prst="straightConnector1">
              <a:avLst/>
            </a:prstGeom>
            <a:noFill/>
            <a:ln w="25400" cap="flat" cmpd="sng">
              <a:solidFill>
                <a:srgbClr val="579DFF"/>
              </a:solidFill>
              <a:prstDash val="solid"/>
              <a:round/>
              <a:headEnd type="arrow" w="med" len="sm"/>
              <a:tailEnd type="none" w="med" len="med"/>
            </a:ln>
          </p:spPr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EE2EA43-B3C1-0B36-0593-BA8A53117135}"/>
                </a:ext>
              </a:extLst>
            </p:cNvPr>
            <p:cNvSpPr/>
            <p:nvPr/>
          </p:nvSpPr>
          <p:spPr>
            <a:xfrm>
              <a:off x="5964272" y="1202196"/>
              <a:ext cx="952039" cy="287472"/>
            </a:xfrm>
            <a:prstGeom prst="roundRect">
              <a:avLst/>
            </a:prstGeom>
            <a:solidFill>
              <a:srgbClr val="1C2B41"/>
            </a:solidFill>
            <a:ln w="22225">
              <a:solidFill>
                <a:srgbClr val="1C2B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1">
                  <a:solidFill>
                    <a:srgbClr val="579DFF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Purchase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51721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B892-CA80-B97B-38F5-A900A5FD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D4B919-6913-E736-2425-CD219CBC7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PURCHASE QUOTE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5450FA-A1FD-6B9A-75C6-742E944558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CDA786-A959-A269-2A23-D66680C58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698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9B4D-295A-F6C9-8E24-FFA34CF9C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2EE2E8-5666-DA42-DFAE-44092EB0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MANAGE VENDOR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B34E3B-6B1A-1F72-2EE0-0A061E0466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25CFE2-7473-A9E5-155F-730FD8E03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EFF77-DF28-E156-27EE-19877380E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251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B5833-3A32-616E-0D83-4DC6D5B18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1E47E5-504A-00A9-693F-A1704DB6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MANAGE VENDOR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A147CE-1307-E65C-0EAB-4FF60FACBC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FC62AD-CE4E-8B41-5CF7-CF1E44BB0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75B6D-C34F-10D3-1B74-7C6468C3B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23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9122-1B4F-94C9-8DE9-41543082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8A9D6B-329B-86DA-1600-47D2EE35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MANAGE VENDOR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B30EA9-1B66-5699-08D0-B3CAEFCC2B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856391-229D-5CEC-55F5-08D79554B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8A342-AE3B-586A-FADF-7C738510F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849E0E-4BBE-77A8-3DB9-D2ABF369A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79653"/>
            <a:ext cx="12192000" cy="587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01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135F-CD11-CBC8-54D5-A189047C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5D1C2A-45F6-D102-43A8-1A14A58C7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INFOR VENDOR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982F32-C0F8-03C1-216B-0798DA626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9EC011-106A-E818-DF37-6202B889D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8FD135-8998-27EF-104C-5D2841B72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EE474D-7D06-ADB5-F479-54D73FCDD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79653"/>
            <a:ext cx="12192000" cy="587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01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BFB6A-304B-DE24-6ED7-94A12DA0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4A2BC7-FF5D-C9BC-8B43-5EED5859B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INFOR VENDOR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2259BE-0781-1EBB-669C-5F85399C24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4AA41A-D65C-64F9-7E98-D4755AE87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BA21C8-927A-68B7-0AAF-2C3C6EEBA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17369D-C8A0-EAA6-76C4-C825F9BBF9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79653"/>
            <a:ext cx="12192000" cy="5875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197263-FA08-E79C-D45B-A553812423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66480"/>
            <a:ext cx="12192000" cy="585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88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8F0F7-72F4-937E-60D6-428D7C14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DA329B-DA01-A5C2-B2D2-21A6BDD5D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ORDER HISTORY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7FE20E-6199-B957-C9F4-52095F6F15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DEA997-03A6-CA93-8FC9-FFD7E68E4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D98E05-FDC5-9FA2-FD6B-EF43C1886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0FACC3-EDCD-2ECB-0326-1E3ADEABA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79653"/>
            <a:ext cx="12192000" cy="5875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C00D37-F4F7-D8E3-BA14-0EE8E089E0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66480"/>
            <a:ext cx="12192000" cy="58508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2EE28F-0193-CCA7-D6B8-1A9BEB30AB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186550"/>
            <a:ext cx="12192000" cy="580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39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901E2-5E2C-0613-DED3-B56A8CEA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7002E6-BF0F-CC69-300A-2B489B0BE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0"/>
            <a:ext cx="10443265" cy="1098000"/>
          </a:xfrm>
        </p:spPr>
        <p:txBody>
          <a:bodyPr/>
          <a:lstStyle/>
          <a:p>
            <a:r>
              <a:rPr lang="en-US" noProof="1"/>
              <a:t>PAYMENT HISTORY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5E81DE-0095-DE2A-B7C9-1310910EF5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92" b="18562"/>
          <a:stretch>
            <a:fillRect/>
          </a:stretch>
        </p:blipFill>
        <p:spPr>
          <a:xfrm>
            <a:off x="2376304" y="5592725"/>
            <a:ext cx="9815696" cy="1265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2E25DF-6D64-3E61-FAA0-508DBA4D9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9653"/>
            <a:ext cx="12192000" cy="576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FD4337-AF7B-CBEB-02E5-9ED53723E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179653"/>
            <a:ext cx="12192000" cy="5783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8DC6BE-5963-D452-C5D6-62E639742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179653"/>
            <a:ext cx="12192000" cy="58751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8F281C-A1CE-E950-47A3-5ED143955A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66480"/>
            <a:ext cx="12192000" cy="58508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CFBD89-D82F-E498-8491-8605DD21D6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186550"/>
            <a:ext cx="12192000" cy="5803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0B434D-09CE-CE07-D03F-5459F62C61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186550"/>
            <a:ext cx="12192000" cy="592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24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3A532-47A1-8B92-825E-C82A03B36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B0BEB35-C092-344A-3E62-686C08ED22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CBE0340-20C7-1584-4092-C5822FC11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050F2B8-F68A-EBBD-C848-992C07027DC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92" b="3229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6BA2504-2EE2-8174-9BA9-1776FB9BD9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 dirty="0" err="1">
                <a:solidFill>
                  <a:srgbClr val="C00000"/>
                </a:solidFill>
              </a:rPr>
              <a:t>Manufactoring</a:t>
            </a:r>
            <a:r>
              <a:rPr lang="en-US" dirty="0">
                <a:solidFill>
                  <a:srgbClr val="C00000"/>
                </a:solidFill>
              </a:rPr>
              <a:t> module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28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Manufacturing 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41CC6E-9F46-7C35-FC04-A7D8CF0D15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32130"/>
          <a:stretch/>
        </p:blipFill>
        <p:spPr>
          <a:xfrm>
            <a:off x="431998" y="1098000"/>
            <a:ext cx="4343201" cy="577783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37CD665-8531-0014-399D-E4C7F2C09FB7}"/>
              </a:ext>
            </a:extLst>
          </p:cNvPr>
          <p:cNvSpPr/>
          <p:nvPr/>
        </p:nvSpPr>
        <p:spPr>
          <a:xfrm>
            <a:off x="1713548" y="1193483"/>
            <a:ext cx="302641" cy="281940"/>
          </a:xfrm>
          <a:prstGeom prst="ellipse">
            <a:avLst/>
          </a:prstGeom>
          <a:noFill/>
          <a:ln w="1905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E6F6DA-10F3-EE02-EF19-25580EB5D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573" y="1098000"/>
            <a:ext cx="5191429" cy="572417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3C0A6A-FB02-0CF5-57E5-3733B5A32700}"/>
              </a:ext>
            </a:extLst>
          </p:cNvPr>
          <p:cNvCxnSpPr>
            <a:stCxn id="2" idx="6"/>
          </p:cNvCxnSpPr>
          <p:nvPr/>
        </p:nvCxnSpPr>
        <p:spPr>
          <a:xfrm>
            <a:off x="2016189" y="1334453"/>
            <a:ext cx="4552384" cy="140970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27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4F8C5FA-7D8D-3741-AEF4-CB2A5426C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99" y="1097998"/>
            <a:ext cx="5200777" cy="576000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Manufacturing Order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3C0A6A-FB02-0CF5-57E5-3733B5A3270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972707" y="5699760"/>
            <a:ext cx="1751692" cy="685079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74BA8DD-C846-EF3A-878D-FA7131A244A7}"/>
              </a:ext>
            </a:extLst>
          </p:cNvPr>
          <p:cNvSpPr/>
          <p:nvPr/>
        </p:nvSpPr>
        <p:spPr>
          <a:xfrm>
            <a:off x="725714" y="5135887"/>
            <a:ext cx="4493986" cy="563873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EE60DF-028A-6FE1-BE5B-F6640CFF31D6}"/>
              </a:ext>
            </a:extLst>
          </p:cNvPr>
          <p:cNvSpPr/>
          <p:nvPr/>
        </p:nvSpPr>
        <p:spPr>
          <a:xfrm>
            <a:off x="4724399" y="6170757"/>
            <a:ext cx="647701" cy="428164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6369BD-288E-1941-C071-41ACD4F72618}"/>
              </a:ext>
            </a:extLst>
          </p:cNvPr>
          <p:cNvCxnSpPr>
            <a:cxnSpLocks/>
            <a:stCxn id="14" idx="3"/>
            <a:endCxn id="30" idx="1"/>
          </p:cNvCxnSpPr>
          <p:nvPr/>
        </p:nvCxnSpPr>
        <p:spPr>
          <a:xfrm flipV="1">
            <a:off x="5372100" y="2513519"/>
            <a:ext cx="1348014" cy="3871320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5BBEDD8A-1EC5-4DF4-9B8D-7CAB13F4B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114" y="1098551"/>
            <a:ext cx="5039887" cy="282993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25B63A9-77E3-CBE3-51D4-4C48078D3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114" y="4019397"/>
            <a:ext cx="5039887" cy="2855215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0B0B89-8E4C-00A4-BF61-75994BB0C7A7}"/>
              </a:ext>
            </a:extLst>
          </p:cNvPr>
          <p:cNvCxnSpPr>
            <a:cxnSpLocks/>
          </p:cNvCxnSpPr>
          <p:nvPr/>
        </p:nvCxnSpPr>
        <p:spPr>
          <a:xfrm>
            <a:off x="9332686" y="3715657"/>
            <a:ext cx="1494971" cy="2455100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FCCEC7F-926C-CFCE-6E7A-46668C5CC3F8}"/>
              </a:ext>
            </a:extLst>
          </p:cNvPr>
          <p:cNvSpPr/>
          <p:nvPr/>
        </p:nvSpPr>
        <p:spPr>
          <a:xfrm>
            <a:off x="10765631" y="6226969"/>
            <a:ext cx="731044" cy="371952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938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Manufacturing Operations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1CD30F-EC5D-1963-FBD6-C1FA77494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99" y="1098550"/>
            <a:ext cx="5675103" cy="5772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D3F6BA-4F3F-F153-D511-C88AEE44FC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32130"/>
          <a:stretch/>
        </p:blipFill>
        <p:spPr>
          <a:xfrm>
            <a:off x="431998" y="1098000"/>
            <a:ext cx="4343201" cy="577783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5CB6EDE-5870-847B-5645-F0A15C4AD3DB}"/>
              </a:ext>
            </a:extLst>
          </p:cNvPr>
          <p:cNvSpPr/>
          <p:nvPr/>
        </p:nvSpPr>
        <p:spPr>
          <a:xfrm>
            <a:off x="823912" y="1894840"/>
            <a:ext cx="523875" cy="182880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2FDC60-D233-4606-8A30-E7177FCED1A1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>
            <a:off x="1347787" y="1986280"/>
            <a:ext cx="4737112" cy="1998430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47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Manufacturing Order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77F20B-6A09-3256-ABE8-5AD7EF3444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150"/>
          <a:stretch/>
        </p:blipFill>
        <p:spPr>
          <a:xfrm>
            <a:off x="428625" y="1156970"/>
            <a:ext cx="11458575" cy="446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68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F557EA-0E2C-7033-C153-F576BD21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 Manufacturing Operations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1F78C8-B651-AE2F-3701-46596DAD1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098551"/>
            <a:ext cx="3675701" cy="3600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2B8E24-F83A-EA0E-9AA7-CF2C78B5F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326" y="1098550"/>
            <a:ext cx="3975100" cy="5144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B36DE1-5BF0-F92A-3642-E1F00274B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9426" y="1149414"/>
            <a:ext cx="3683948" cy="45313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0B242B6-3E19-3567-E2CD-23A56AB41913}"/>
              </a:ext>
            </a:extLst>
          </p:cNvPr>
          <p:cNvSpPr/>
          <p:nvPr/>
        </p:nvSpPr>
        <p:spPr>
          <a:xfrm>
            <a:off x="561974" y="3232192"/>
            <a:ext cx="3336926" cy="406358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085F4C-D640-C29C-3C14-2E6FC6E52998}"/>
              </a:ext>
            </a:extLst>
          </p:cNvPr>
          <p:cNvCxnSpPr>
            <a:cxnSpLocks/>
          </p:cNvCxnSpPr>
          <p:nvPr/>
        </p:nvCxnSpPr>
        <p:spPr>
          <a:xfrm>
            <a:off x="3898900" y="3429000"/>
            <a:ext cx="205426" cy="933450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C9047CB-422F-AFA0-49EE-280450D5ACC1}"/>
              </a:ext>
            </a:extLst>
          </p:cNvPr>
          <p:cNvSpPr/>
          <p:nvPr/>
        </p:nvSpPr>
        <p:spPr>
          <a:xfrm>
            <a:off x="7029450" y="4191000"/>
            <a:ext cx="747203" cy="390525"/>
          </a:xfrm>
          <a:prstGeom prst="rect">
            <a:avLst/>
          </a:prstGeom>
          <a:noFill/>
          <a:ln w="12700">
            <a:solidFill>
              <a:srgbClr val="F39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spcAft>
                <a:spcPts val="600"/>
              </a:spcAft>
            </a:pPr>
            <a:endParaRPr lang="en-US" dirty="0" err="1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F62AB3-FD93-1210-0A1A-0B080CBFC118}"/>
              </a:ext>
            </a:extLst>
          </p:cNvPr>
          <p:cNvCxnSpPr>
            <a:cxnSpLocks/>
          </p:cNvCxnSpPr>
          <p:nvPr/>
        </p:nvCxnSpPr>
        <p:spPr>
          <a:xfrm flipV="1">
            <a:off x="7776653" y="3971925"/>
            <a:ext cx="1748347" cy="390525"/>
          </a:xfrm>
          <a:prstGeom prst="straightConnector1">
            <a:avLst/>
          </a:prstGeom>
          <a:ln w="12700">
            <a:solidFill>
              <a:srgbClr val="F39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672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1"/>
          <p:cNvSpPr/>
          <p:nvPr/>
        </p:nvSpPr>
        <p:spPr>
          <a:xfrm>
            <a:off x="0" y="1098000"/>
            <a:ext cx="12192000" cy="1098000"/>
          </a:xfrm>
          <a:prstGeom prst="rect">
            <a:avLst/>
          </a:prstGeom>
          <a:gradFill>
            <a:gsLst>
              <a:gs pos="0">
                <a:srgbClr val="878789"/>
              </a:gs>
              <a:gs pos="50000">
                <a:srgbClr val="C4C4C6"/>
              </a:gs>
              <a:gs pos="100000">
                <a:srgbClr val="EBEBE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1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noProof="1"/>
              <a:t>Intern | Trello Team</a:t>
            </a:r>
          </a:p>
          <a:p>
            <a:pPr marL="270000" lvl="0" indent="-1557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n-US" noProof="1"/>
          </a:p>
        </p:txBody>
      </p:sp>
      <p:sp>
        <p:nvSpPr>
          <p:cNvPr id="901" name="Google Shape;901;p1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Q&amp;A</a:t>
            </a:r>
          </a:p>
        </p:txBody>
      </p:sp>
      <p:pic>
        <p:nvPicPr>
          <p:cNvPr id="902" name="Google Shape;902;p1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6770" r="36769"/>
          <a:stretch/>
        </p:blipFill>
        <p:spPr>
          <a:xfrm>
            <a:off x="8128000" y="1098550"/>
            <a:ext cx="4064000" cy="5759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903" name="Google Shape;903;p11"/>
          <p:cNvSpPr txBox="1">
            <a:spLocks noGrp="1"/>
          </p:cNvSpPr>
          <p:nvPr>
            <p:ph type="body" idx="3"/>
          </p:nvPr>
        </p:nvSpPr>
        <p:spPr>
          <a:xfrm>
            <a:off x="431999" y="1098550"/>
            <a:ext cx="7263999" cy="106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400" noProof="1">
                <a:solidFill>
                  <a:schemeClr val="dk2"/>
                </a:solidFill>
              </a:rPr>
              <a:t>Thank you</a:t>
            </a:r>
            <a:endParaRPr lang="en-US" noProof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endParaRPr lang="en-US" sz="4400" noProof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3"/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template EN</a:t>
            </a:r>
          </a:p>
        </p:txBody>
      </p:sp>
      <p:sp>
        <p:nvSpPr>
          <p:cNvPr id="916" name="Google Shape;916;p13"/>
          <p:cNvSpPr txBox="1"/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How-to guides</a:t>
            </a:r>
            <a:endParaRPr lang="en-US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14"/>
          <p:cNvGrpSpPr/>
          <p:nvPr/>
        </p:nvGrpSpPr>
        <p:grpSpPr>
          <a:xfrm>
            <a:off x="3929620" y="1744763"/>
            <a:ext cx="4932000" cy="4680000"/>
            <a:chOff x="3166213" y="1744763"/>
            <a:chExt cx="4932000" cy="4680000"/>
          </a:xfrm>
        </p:grpSpPr>
        <p:sp>
          <p:nvSpPr>
            <p:cNvPr id="923" name="Google Shape;923;p14"/>
            <p:cNvSpPr/>
            <p:nvPr/>
          </p:nvSpPr>
          <p:spPr>
            <a:xfrm>
              <a:off x="3166213" y="1744763"/>
              <a:ext cx="4932000" cy="468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4"/>
            <p:cNvSpPr/>
            <p:nvPr/>
          </p:nvSpPr>
          <p:spPr>
            <a:xfrm>
              <a:off x="3262983" y="1845121"/>
              <a:ext cx="4738461" cy="4479284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5" name="Google Shape;925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383979" y="1960763"/>
              <a:ext cx="4496469" cy="424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6" name="Google Shape;926;p1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Master layouts &amp; slide library</a:t>
            </a:r>
          </a:p>
        </p:txBody>
      </p:sp>
      <p:sp>
        <p:nvSpPr>
          <p:cNvPr id="927" name="Google Shape;927;p14"/>
          <p:cNvSpPr txBox="1"/>
          <p:nvPr/>
        </p:nvSpPr>
        <p:spPr>
          <a:xfrm>
            <a:off x="428626" y="1530000"/>
            <a:ext cx="1692000" cy="4897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44000" tIns="144000" rIns="96000" bIns="192000" anchor="t" anchorCtr="0">
            <a:noAutofit/>
          </a:bodyPr>
          <a:lstStyle/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en-US" sz="2100" b="1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new slide</a:t>
            </a:r>
            <a:endParaRPr lang="en-US" noProof="1"/>
          </a:p>
        </p:txBody>
      </p:sp>
      <p:sp>
        <p:nvSpPr>
          <p:cNvPr id="928" name="Google Shape;928;p14"/>
          <p:cNvSpPr/>
          <p:nvPr/>
        </p:nvSpPr>
        <p:spPr>
          <a:xfrm>
            <a:off x="9313788" y="1744763"/>
            <a:ext cx="2448000" cy="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«New Slide»</a:t>
            </a:r>
            <a:endParaRPr lang="en-US" noProof="1"/>
          </a:p>
        </p:txBody>
      </p:sp>
      <p:sp>
        <p:nvSpPr>
          <p:cNvPr id="929" name="Google Shape;929;p14"/>
          <p:cNvSpPr/>
          <p:nvPr/>
        </p:nvSpPr>
        <p:spPr>
          <a:xfrm>
            <a:off x="10321788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noProof="1"/>
          </a:p>
        </p:txBody>
      </p:sp>
      <p:sp>
        <p:nvSpPr>
          <p:cNvPr id="930" name="Google Shape;930;p14"/>
          <p:cNvSpPr/>
          <p:nvPr/>
        </p:nvSpPr>
        <p:spPr>
          <a:xfrm>
            <a:off x="9313788" y="3037087"/>
            <a:ext cx="2448000" cy="172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layout</a:t>
            </a:r>
            <a:endParaRPr lang="en-US" noProof="1"/>
          </a:p>
          <a:p>
            <a:pPr marL="0" marR="0" lvl="0" indent="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desired layout from the pre-programmed master layouts.</a:t>
            </a:r>
            <a:endParaRPr lang="en-US" noProof="1"/>
          </a:p>
        </p:txBody>
      </p:sp>
      <p:sp>
        <p:nvSpPr>
          <p:cNvPr id="931" name="Google Shape;931;p14"/>
          <p:cNvSpPr/>
          <p:nvPr/>
        </p:nvSpPr>
        <p:spPr>
          <a:xfrm>
            <a:off x="10321788" y="2821087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noProof="1"/>
          </a:p>
        </p:txBody>
      </p:sp>
      <p:sp>
        <p:nvSpPr>
          <p:cNvPr id="932" name="Google Shape;932;p14"/>
          <p:cNvSpPr/>
          <p:nvPr/>
        </p:nvSpPr>
        <p:spPr>
          <a:xfrm>
            <a:off x="9313788" y="5163295"/>
            <a:ext cx="2448000" cy="126449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select layout from slide library</a:t>
            </a:r>
            <a:endParaRPr lang="en-US" noProof="1"/>
          </a:p>
        </p:txBody>
      </p:sp>
      <p:sp>
        <p:nvSpPr>
          <p:cNvPr id="933" name="Google Shape;933;p14"/>
          <p:cNvSpPr/>
          <p:nvPr/>
        </p:nvSpPr>
        <p:spPr>
          <a:xfrm>
            <a:off x="10321788" y="4947295"/>
            <a:ext cx="432000" cy="432000"/>
          </a:xfrm>
          <a:prstGeom prst="ellipse">
            <a:avLst/>
          </a:prstGeom>
          <a:solidFill>
            <a:srgbClr val="F5AD3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</a:p>
        </p:txBody>
      </p:sp>
      <p:cxnSp>
        <p:nvCxnSpPr>
          <p:cNvPr id="934" name="Google Shape;934;p14"/>
          <p:cNvCxnSpPr/>
          <p:nvPr/>
        </p:nvCxnSpPr>
        <p:spPr>
          <a:xfrm rot="10800000">
            <a:off x="3025123" y="4015522"/>
            <a:ext cx="82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935" name="Google Shape;935;p14"/>
          <p:cNvCxnSpPr/>
          <p:nvPr/>
        </p:nvCxnSpPr>
        <p:spPr>
          <a:xfrm rot="10800000">
            <a:off x="3025123" y="3612089"/>
            <a:ext cx="0" cy="8068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936" name="Google Shape;936;p14"/>
          <p:cNvGrpSpPr/>
          <p:nvPr/>
        </p:nvGrpSpPr>
        <p:grpSpPr>
          <a:xfrm>
            <a:off x="2284793" y="2235503"/>
            <a:ext cx="1480660" cy="1376586"/>
            <a:chOff x="3710656" y="1233493"/>
            <a:chExt cx="1480660" cy="1376586"/>
          </a:xfrm>
        </p:grpSpPr>
        <p:sp>
          <p:nvSpPr>
            <p:cNvPr id="937" name="Google Shape;937;p14"/>
            <p:cNvSpPr/>
            <p:nvPr/>
          </p:nvSpPr>
          <p:spPr>
            <a:xfrm>
              <a:off x="3710656" y="1233493"/>
              <a:ext cx="1480660" cy="1376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8" name="Google Shape;938;p14"/>
            <p:cNvGrpSpPr/>
            <p:nvPr/>
          </p:nvGrpSpPr>
          <p:grpSpPr>
            <a:xfrm>
              <a:off x="3806711" y="1327786"/>
              <a:ext cx="1282285" cy="1188000"/>
              <a:chOff x="2276093" y="1317468"/>
              <a:chExt cx="1282285" cy="1188000"/>
            </a:xfrm>
          </p:grpSpPr>
          <p:pic>
            <p:nvPicPr>
              <p:cNvPr id="939" name="Google Shape;939;p1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276093" y="1317468"/>
                <a:ext cx="1282285" cy="11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0" name="Google Shape;940;p14"/>
              <p:cNvSpPr/>
              <p:nvPr/>
            </p:nvSpPr>
            <p:spPr>
              <a:xfrm>
                <a:off x="2295919" y="1628800"/>
                <a:ext cx="468000" cy="720000"/>
              </a:xfrm>
              <a:prstGeom prst="rect">
                <a:avLst/>
              </a:prstGeom>
              <a:solidFill>
                <a:srgbClr val="F8C166">
                  <a:alpha val="18431"/>
                </a:srgbClr>
              </a:solidFill>
              <a:ln w="28575" cap="flat" cmpd="sng">
                <a:solidFill>
                  <a:srgbClr val="F3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lang="en-US" sz="1800" b="0" i="0" u="none" strike="noStrike" cap="none" noProof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14"/>
              <p:cNvSpPr/>
              <p:nvPr/>
            </p:nvSpPr>
            <p:spPr>
              <a:xfrm>
                <a:off x="2720799" y="1841269"/>
                <a:ext cx="295062" cy="295062"/>
              </a:xfrm>
              <a:prstGeom prst="ellipse">
                <a:avLst/>
              </a:prstGeom>
              <a:solidFill>
                <a:schemeClr val="dk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 noProof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lang="en-US" noProof="1"/>
              </a:p>
            </p:txBody>
          </p:sp>
        </p:grpSp>
      </p:grpSp>
      <p:grpSp>
        <p:nvGrpSpPr>
          <p:cNvPr id="942" name="Google Shape;942;p14"/>
          <p:cNvGrpSpPr/>
          <p:nvPr/>
        </p:nvGrpSpPr>
        <p:grpSpPr>
          <a:xfrm>
            <a:off x="2284793" y="4418955"/>
            <a:ext cx="1480660" cy="1376586"/>
            <a:chOff x="5496573" y="1233493"/>
            <a:chExt cx="1480660" cy="1376586"/>
          </a:xfrm>
        </p:grpSpPr>
        <p:sp>
          <p:nvSpPr>
            <p:cNvPr id="943" name="Google Shape;943;p14"/>
            <p:cNvSpPr/>
            <p:nvPr/>
          </p:nvSpPr>
          <p:spPr>
            <a:xfrm>
              <a:off x="5496573" y="1233493"/>
              <a:ext cx="1480660" cy="1376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4" name="Google Shape;944;p14"/>
            <p:cNvGrpSpPr/>
            <p:nvPr/>
          </p:nvGrpSpPr>
          <p:grpSpPr>
            <a:xfrm>
              <a:off x="5592628" y="1327786"/>
              <a:ext cx="1282285" cy="1188000"/>
              <a:chOff x="5592628" y="1327786"/>
              <a:chExt cx="1282285" cy="1188000"/>
            </a:xfrm>
          </p:grpSpPr>
          <p:pic>
            <p:nvPicPr>
              <p:cNvPr id="945" name="Google Shape;945;p1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592628" y="1327786"/>
                <a:ext cx="1282285" cy="11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6" name="Google Shape;946;p14"/>
              <p:cNvSpPr/>
              <p:nvPr/>
            </p:nvSpPr>
            <p:spPr>
              <a:xfrm>
                <a:off x="6037334" y="1628189"/>
                <a:ext cx="744012" cy="240684"/>
              </a:xfrm>
              <a:prstGeom prst="rect">
                <a:avLst/>
              </a:prstGeom>
              <a:solidFill>
                <a:srgbClr val="F8C166">
                  <a:alpha val="18431"/>
                </a:srgbClr>
              </a:solidFill>
              <a:ln w="28575" cap="flat" cmpd="sng">
                <a:solidFill>
                  <a:srgbClr val="F3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lang="en-US" sz="1800" b="0" i="0" u="none" strike="noStrike" cap="none" noProof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14"/>
              <p:cNvSpPr/>
              <p:nvPr/>
            </p:nvSpPr>
            <p:spPr>
              <a:xfrm>
                <a:off x="6447503" y="1840316"/>
                <a:ext cx="295062" cy="295062"/>
              </a:xfrm>
              <a:prstGeom prst="ellipse">
                <a:avLst/>
              </a:prstGeom>
              <a:solidFill>
                <a:schemeClr val="dk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 noProof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lang="en-US" noProof="1"/>
              </a:p>
            </p:txBody>
          </p: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5"/>
          <p:cNvSpPr/>
          <p:nvPr/>
        </p:nvSpPr>
        <p:spPr>
          <a:xfrm>
            <a:off x="431999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original slide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slide in original presentation with Ctrl+C.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target presentation, select the slide after which the original slide is to be inserted.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in the tab «Home / Paste / Use Destination Theme».</a:t>
            </a:r>
            <a:endParaRPr lang="en-US" noProof="1"/>
          </a:p>
        </p:txBody>
      </p:sp>
      <p:sp>
        <p:nvSpPr>
          <p:cNvPr id="954" name="Google Shape;954;p15"/>
          <p:cNvSpPr/>
          <p:nvPr/>
        </p:nvSpPr>
        <p:spPr>
          <a:xfrm>
            <a:off x="3355376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 slide layout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inserted slide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desired layout in the tab «Home / Layout».</a:t>
            </a:r>
            <a:endParaRPr lang="en-US" noProof="1"/>
          </a:p>
        </p:txBody>
      </p:sp>
      <p:sp>
        <p:nvSpPr>
          <p:cNvPr id="955" name="Google Shape;955;p15"/>
          <p:cNvSpPr/>
          <p:nvPr/>
        </p:nvSpPr>
        <p:spPr>
          <a:xfrm>
            <a:off x="6278753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slide manually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all slide contents such as text blocks, images, etc. for position and size and manually adjust them to the new layout grid.</a:t>
            </a:r>
            <a:endParaRPr lang="en-US" noProof="1"/>
          </a:p>
        </p:txBody>
      </p:sp>
      <p:sp>
        <p:nvSpPr>
          <p:cNvPr id="956" name="Google Shape;956;p15"/>
          <p:cNvSpPr/>
          <p:nvPr/>
        </p:nvSpPr>
        <p:spPr>
          <a:xfrm>
            <a:off x="9202130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design</a:t>
            </a:r>
            <a:endParaRPr lang="en-US" noProof="1"/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Independently check: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 type, sizes and font colours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of graphic elements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alignment</a:t>
            </a:r>
            <a:endParaRPr lang="en-US" noProof="1"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Coherence of the overall picture</a:t>
            </a:r>
            <a:endParaRPr lang="en-US" noProof="1"/>
          </a:p>
        </p:txBody>
      </p:sp>
      <p:sp>
        <p:nvSpPr>
          <p:cNvPr id="957" name="Google Shape;957;p1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10461288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Transfer of existing slides into the new Master</a:t>
            </a:r>
          </a:p>
        </p:txBody>
      </p:sp>
      <p:sp>
        <p:nvSpPr>
          <p:cNvPr id="958" name="Google Shape;958;p15"/>
          <p:cNvSpPr/>
          <p:nvPr/>
        </p:nvSpPr>
        <p:spPr>
          <a:xfrm>
            <a:off x="1493999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en-US" noProof="1"/>
          </a:p>
        </p:txBody>
      </p:sp>
      <p:sp>
        <p:nvSpPr>
          <p:cNvPr id="959" name="Google Shape;959;p15"/>
          <p:cNvSpPr/>
          <p:nvPr/>
        </p:nvSpPr>
        <p:spPr>
          <a:xfrm>
            <a:off x="4417376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en-US" noProof="1"/>
          </a:p>
        </p:txBody>
      </p:sp>
      <p:sp>
        <p:nvSpPr>
          <p:cNvPr id="960" name="Google Shape;960;p15"/>
          <p:cNvSpPr/>
          <p:nvPr/>
        </p:nvSpPr>
        <p:spPr>
          <a:xfrm>
            <a:off x="7340753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en-US" noProof="1"/>
          </a:p>
        </p:txBody>
      </p:sp>
      <p:sp>
        <p:nvSpPr>
          <p:cNvPr id="961" name="Google Shape;961;p15"/>
          <p:cNvSpPr/>
          <p:nvPr/>
        </p:nvSpPr>
        <p:spPr>
          <a:xfrm>
            <a:off x="10264130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en-US" noProof="1"/>
          </a:p>
        </p:txBody>
      </p:sp>
      <p:pic>
        <p:nvPicPr>
          <p:cNvPr id="962" name="Google Shape;96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2400" y="4230000"/>
            <a:ext cx="1598065" cy="900000"/>
          </a:xfrm>
          <a:prstGeom prst="rect">
            <a:avLst/>
          </a:prstGeom>
          <a:noFill/>
          <a:ln>
            <a:noFill/>
          </a:ln>
          <a:effectLst>
            <a:outerShdw blurRad="127000" dist="127000" dir="2700000" algn="tl" rotWithShape="0">
              <a:srgbClr val="000000">
                <a:alpha val="17647"/>
              </a:srgbClr>
            </a:outerShdw>
          </a:effectLst>
        </p:spPr>
      </p:pic>
      <p:pic>
        <p:nvPicPr>
          <p:cNvPr id="963" name="Google Shape;96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81200" y="5400000"/>
            <a:ext cx="1608771" cy="900000"/>
          </a:xfrm>
          <a:prstGeom prst="rect">
            <a:avLst/>
          </a:prstGeom>
          <a:noFill/>
          <a:ln>
            <a:noFill/>
          </a:ln>
          <a:effectLst>
            <a:outerShdw blurRad="127000" dist="127000" dir="2700000" algn="tl" rotWithShape="0">
              <a:srgbClr val="000000">
                <a:alpha val="17647"/>
              </a:srgbClr>
            </a:outerShdw>
          </a:effectLst>
        </p:spPr>
      </p:pic>
      <p:grpSp>
        <p:nvGrpSpPr>
          <p:cNvPr id="964" name="Google Shape;964;p15"/>
          <p:cNvGrpSpPr/>
          <p:nvPr/>
        </p:nvGrpSpPr>
        <p:grpSpPr>
          <a:xfrm>
            <a:off x="6713823" y="5249979"/>
            <a:ext cx="282196" cy="641123"/>
            <a:chOff x="1199222" y="4392591"/>
            <a:chExt cx="1140370" cy="622662"/>
          </a:xfrm>
        </p:grpSpPr>
        <p:cxnSp>
          <p:nvCxnSpPr>
            <p:cNvPr id="965" name="Google Shape;965;p15"/>
            <p:cNvCxnSpPr/>
            <p:nvPr/>
          </p:nvCxnSpPr>
          <p:spPr>
            <a:xfrm rot="10800000">
              <a:off x="1199222" y="5015253"/>
              <a:ext cx="11403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sm" len="sm"/>
            </a:ln>
          </p:spPr>
        </p:cxnSp>
        <p:cxnSp>
          <p:nvCxnSpPr>
            <p:cNvPr id="966" name="Google Shape;966;p15"/>
            <p:cNvCxnSpPr/>
            <p:nvPr/>
          </p:nvCxnSpPr>
          <p:spPr>
            <a:xfrm rot="10800000">
              <a:off x="1199222" y="4392591"/>
              <a:ext cx="0" cy="6226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967" name="Google Shape;967;p15"/>
          <p:cNvSpPr/>
          <p:nvPr/>
        </p:nvSpPr>
        <p:spPr>
          <a:xfrm flipH="1">
            <a:off x="9346130" y="5238000"/>
            <a:ext cx="2268000" cy="1044865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144000" tIns="144000" rIns="144000" bIns="144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Important:</a:t>
            </a:r>
            <a:endParaRPr lang="en-US" noProof="1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transferring existing slides, always carry out all four steps.</a:t>
            </a:r>
            <a:endParaRPr lang="en-US" noProof="1"/>
          </a:p>
        </p:txBody>
      </p:sp>
      <p:grpSp>
        <p:nvGrpSpPr>
          <p:cNvPr id="968" name="Google Shape;968;p15"/>
          <p:cNvGrpSpPr/>
          <p:nvPr/>
        </p:nvGrpSpPr>
        <p:grpSpPr>
          <a:xfrm>
            <a:off x="3606866" y="3925238"/>
            <a:ext cx="2053020" cy="972000"/>
            <a:chOff x="3513767" y="4341476"/>
            <a:chExt cx="2053020" cy="972000"/>
          </a:xfrm>
        </p:grpSpPr>
        <p:sp>
          <p:nvSpPr>
            <p:cNvPr id="969" name="Google Shape;969;p15"/>
            <p:cNvSpPr/>
            <p:nvPr/>
          </p:nvSpPr>
          <p:spPr>
            <a:xfrm>
              <a:off x="3513767" y="4341476"/>
              <a:ext cx="2053020" cy="97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0" name="Google Shape;970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94278" y="4431476"/>
              <a:ext cx="1891999" cy="79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15"/>
            <p:cNvSpPr/>
            <p:nvPr/>
          </p:nvSpPr>
          <p:spPr>
            <a:xfrm>
              <a:off x="3921135" y="4430489"/>
              <a:ext cx="454277" cy="233829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5"/>
            <p:cNvSpPr/>
            <p:nvPr/>
          </p:nvSpPr>
          <p:spPr>
            <a:xfrm>
              <a:off x="4903596" y="4608719"/>
              <a:ext cx="555845" cy="216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3" name="Google Shape;973;p15"/>
          <p:cNvGrpSpPr/>
          <p:nvPr/>
        </p:nvGrpSpPr>
        <p:grpSpPr>
          <a:xfrm>
            <a:off x="873232" y="5143424"/>
            <a:ext cx="1673535" cy="1143411"/>
            <a:chOff x="873232" y="5143424"/>
            <a:chExt cx="1673535" cy="1143411"/>
          </a:xfrm>
        </p:grpSpPr>
        <p:sp>
          <p:nvSpPr>
            <p:cNvPr id="974" name="Google Shape;974;p15"/>
            <p:cNvSpPr/>
            <p:nvPr/>
          </p:nvSpPr>
          <p:spPr>
            <a:xfrm>
              <a:off x="873232" y="5143424"/>
              <a:ext cx="1673535" cy="114341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lang="en-US" sz="1867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5" name="Google Shape;975;p15"/>
            <p:cNvPicPr preferRelativeResize="0"/>
            <p:nvPr/>
          </p:nvPicPr>
          <p:blipFill rotWithShape="1">
            <a:blip r:embed="rId6">
              <a:alphaModFix/>
            </a:blip>
            <a:srcRect r="4694"/>
            <a:stretch/>
          </p:blipFill>
          <p:spPr>
            <a:xfrm>
              <a:off x="953725" y="5229129"/>
              <a:ext cx="1512548" cy="9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6" name="Google Shape;976;p15"/>
            <p:cNvSpPr/>
            <p:nvPr/>
          </p:nvSpPr>
          <p:spPr>
            <a:xfrm>
              <a:off x="1293425" y="5223267"/>
              <a:ext cx="280170" cy="212572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5"/>
            <p:cNvSpPr/>
            <p:nvPr/>
          </p:nvSpPr>
          <p:spPr>
            <a:xfrm>
              <a:off x="988399" y="5396588"/>
              <a:ext cx="252000" cy="432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5"/>
            <p:cNvSpPr/>
            <p:nvPr/>
          </p:nvSpPr>
          <p:spPr>
            <a:xfrm>
              <a:off x="990967" y="5952963"/>
              <a:ext cx="216000" cy="216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lang="en-US" sz="18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6"/>
          <p:cNvSpPr txBox="1">
            <a:spLocks noGrp="1"/>
          </p:cNvSpPr>
          <p:nvPr>
            <p:ph type="body" idx="2"/>
          </p:nvPr>
        </p:nvSpPr>
        <p:spPr>
          <a:xfrm>
            <a:off x="432000" y="1530000"/>
            <a:ext cx="5447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noProof="1"/>
              <a:t>Approach</a:t>
            </a:r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Change icon colour</a:t>
            </a:r>
          </a:p>
        </p:txBody>
      </p:sp>
      <p:sp>
        <p:nvSpPr>
          <p:cNvPr id="986" name="Google Shape;986;p16"/>
          <p:cNvSpPr txBox="1">
            <a:spLocks noGrp="1"/>
          </p:cNvSpPr>
          <p:nvPr>
            <p:ph type="body" idx="4"/>
          </p:nvPr>
        </p:nvSpPr>
        <p:spPr>
          <a:xfrm>
            <a:off x="6312000" y="1530000"/>
            <a:ext cx="54497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noProof="1"/>
              <a:t>Notes</a:t>
            </a:r>
          </a:p>
        </p:txBody>
      </p:sp>
      <p:sp>
        <p:nvSpPr>
          <p:cNvPr id="987" name="Google Shape;987;p16"/>
          <p:cNvSpPr txBox="1">
            <a:spLocks noGrp="1"/>
          </p:cNvSpPr>
          <p:nvPr>
            <p:ph type="body" idx="1"/>
          </p:nvPr>
        </p:nvSpPr>
        <p:spPr>
          <a:xfrm>
            <a:off x="432000" y="2160585"/>
            <a:ext cx="5447999" cy="4267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16000" tIns="180000" rIns="216000" bIns="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noProof="1"/>
              <a:t>Select icon</a:t>
            </a:r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noProof="1"/>
              <a:t>In the tab «Graphics Format» under «Graphics Styles», use </a:t>
            </a:r>
            <a:r>
              <a:rPr lang="en-US" b="1" noProof="1"/>
              <a:t>«Graphics Fill»</a:t>
            </a:r>
            <a:r>
              <a:rPr lang="en-US" noProof="1"/>
              <a:t> to change the colour</a:t>
            </a:r>
          </a:p>
        </p:txBody>
      </p:sp>
      <p:sp>
        <p:nvSpPr>
          <p:cNvPr id="988" name="Google Shape;988;p16"/>
          <p:cNvSpPr txBox="1">
            <a:spLocks noGrp="1"/>
          </p:cNvSpPr>
          <p:nvPr>
            <p:ph type="body" idx="3"/>
          </p:nvPr>
        </p:nvSpPr>
        <p:spPr>
          <a:xfrm>
            <a:off x="6312000" y="2160587"/>
            <a:ext cx="5449788" cy="4267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16000" tIns="180000" rIns="216000" bIns="0" anchor="t" anchorCtr="0">
            <a:noAutofit/>
          </a:bodyPr>
          <a:lstStyle/>
          <a:p>
            <a:pPr marL="270000" lvl="0" indent="-270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noProof="1"/>
              <a:t>For some icons, the colour </a:t>
            </a:r>
            <a:br>
              <a:rPr lang="en-US" noProof="1"/>
            </a:br>
            <a:r>
              <a:rPr lang="en-US" noProof="1"/>
              <a:t>can be changed by using </a:t>
            </a:r>
            <a:br>
              <a:rPr lang="en-US" noProof="1"/>
            </a:br>
            <a:r>
              <a:rPr lang="en-US" b="1" noProof="1"/>
              <a:t>«Graphics Outline»</a:t>
            </a:r>
            <a:r>
              <a:rPr lang="en-US" noProof="1"/>
              <a:t> instead </a:t>
            </a:r>
            <a:br>
              <a:rPr lang="en-US" noProof="1"/>
            </a:br>
            <a:r>
              <a:rPr lang="en-US" noProof="1"/>
              <a:t>of «Graphics Fill».</a:t>
            </a:r>
          </a:p>
          <a:p>
            <a:pPr marL="270000" lvl="0" indent="-270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noProof="1"/>
              <a:t>The colour cannot be changed </a:t>
            </a:r>
            <a:br>
              <a:rPr lang="en-US" noProof="1"/>
            </a:br>
            <a:r>
              <a:rPr lang="en-US" noProof="1"/>
              <a:t>if an icon is inserted as a picture. </a:t>
            </a:r>
            <a:br>
              <a:rPr lang="en-US" noProof="1"/>
            </a:br>
            <a:r>
              <a:rPr lang="en-US" noProof="1"/>
              <a:t>In this case, after selecting the </a:t>
            </a:r>
            <a:br>
              <a:rPr lang="en-US" noProof="1"/>
            </a:br>
            <a:r>
              <a:rPr lang="en-US" noProof="1"/>
              <a:t>icon, the tab </a:t>
            </a:r>
            <a:r>
              <a:rPr lang="en-US" b="1" noProof="1"/>
              <a:t>«Picture Format»</a:t>
            </a:r>
            <a:r>
              <a:rPr lang="en-US" noProof="1"/>
              <a:t> </a:t>
            </a:r>
            <a:br>
              <a:rPr lang="en-US" noProof="1"/>
            </a:br>
            <a:r>
              <a:rPr lang="en-US" noProof="1"/>
              <a:t>appears instead of «Graphics Format».</a:t>
            </a:r>
          </a:p>
          <a:p>
            <a:pPr marL="270000" lvl="0" indent="-270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US" noProof="1"/>
              <a:t>Best vector file format for icons: *.svg</a:t>
            </a:r>
          </a:p>
        </p:txBody>
      </p:sp>
      <p:grpSp>
        <p:nvGrpSpPr>
          <p:cNvPr id="989" name="Google Shape;989;p16"/>
          <p:cNvGrpSpPr/>
          <p:nvPr/>
        </p:nvGrpSpPr>
        <p:grpSpPr>
          <a:xfrm>
            <a:off x="743340" y="3919114"/>
            <a:ext cx="4825319" cy="1656000"/>
            <a:chOff x="743340" y="3919114"/>
            <a:chExt cx="4825319" cy="1656000"/>
          </a:xfrm>
        </p:grpSpPr>
        <p:sp>
          <p:nvSpPr>
            <p:cNvPr id="990" name="Google Shape;990;p16"/>
            <p:cNvSpPr/>
            <p:nvPr/>
          </p:nvSpPr>
          <p:spPr>
            <a:xfrm>
              <a:off x="743340" y="3919114"/>
              <a:ext cx="4825319" cy="165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1" name="Google Shape;991;p16"/>
            <p:cNvPicPr preferRelativeResize="0"/>
            <p:nvPr/>
          </p:nvPicPr>
          <p:blipFill rotWithShape="1">
            <a:blip r:embed="rId3">
              <a:alphaModFix/>
            </a:blip>
            <a:srcRect l="1003" r="47551"/>
            <a:stretch/>
          </p:blipFill>
          <p:spPr>
            <a:xfrm>
              <a:off x="855478" y="4027114"/>
              <a:ext cx="3171297" cy="14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16"/>
            <p:cNvSpPr/>
            <p:nvPr/>
          </p:nvSpPr>
          <p:spPr>
            <a:xfrm>
              <a:off x="2790304" y="4327889"/>
              <a:ext cx="1044000" cy="278607"/>
            </a:xfrm>
            <a:prstGeom prst="rect">
              <a:avLst/>
            </a:prstGeom>
            <a:solidFill>
              <a:schemeClr val="dk2">
                <a:alpha val="14901"/>
              </a:schemeClr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879477" y="5088468"/>
              <a:ext cx="914400" cy="216000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4" name="Google Shape;994;p16"/>
            <p:cNvPicPr preferRelativeResize="0"/>
            <p:nvPr/>
          </p:nvPicPr>
          <p:blipFill rotWithShape="1">
            <a:blip r:embed="rId3">
              <a:alphaModFix/>
            </a:blip>
            <a:srcRect l="78710"/>
            <a:stretch/>
          </p:blipFill>
          <p:spPr>
            <a:xfrm>
              <a:off x="4142949" y="4027114"/>
              <a:ext cx="1312413" cy="14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16"/>
            <p:cNvSpPr/>
            <p:nvPr/>
          </p:nvSpPr>
          <p:spPr>
            <a:xfrm>
              <a:off x="4218062" y="4060782"/>
              <a:ext cx="1162593" cy="299036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6" name="Google Shape;996;p16"/>
          <p:cNvGrpSpPr/>
          <p:nvPr/>
        </p:nvGrpSpPr>
        <p:grpSpPr>
          <a:xfrm>
            <a:off x="10008660" y="2468488"/>
            <a:ext cx="1440000" cy="792000"/>
            <a:chOff x="9935570" y="2429999"/>
            <a:chExt cx="1440000" cy="792000"/>
          </a:xfrm>
        </p:grpSpPr>
        <p:sp>
          <p:nvSpPr>
            <p:cNvPr id="997" name="Google Shape;997;p16"/>
            <p:cNvSpPr/>
            <p:nvPr/>
          </p:nvSpPr>
          <p:spPr>
            <a:xfrm>
              <a:off x="9935570" y="2429999"/>
              <a:ext cx="1440000" cy="79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8" name="Google Shape;998;p16"/>
            <p:cNvPicPr preferRelativeResize="0"/>
            <p:nvPr/>
          </p:nvPicPr>
          <p:blipFill rotWithShape="1">
            <a:blip r:embed="rId3">
              <a:alphaModFix/>
            </a:blip>
            <a:srcRect l="32044" t="20073" r="46617" b="36909"/>
            <a:stretch/>
          </p:blipFill>
          <p:spPr>
            <a:xfrm>
              <a:off x="10043570" y="2537800"/>
              <a:ext cx="1224000" cy="5763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16"/>
            <p:cNvSpPr/>
            <p:nvPr/>
          </p:nvSpPr>
          <p:spPr>
            <a:xfrm>
              <a:off x="10056358" y="2750912"/>
              <a:ext cx="1188000" cy="252000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0" name="Google Shape;1000;p16"/>
          <p:cNvGrpSpPr/>
          <p:nvPr/>
        </p:nvGrpSpPr>
        <p:grpSpPr>
          <a:xfrm>
            <a:off x="10224660" y="4120516"/>
            <a:ext cx="1224000" cy="540000"/>
            <a:chOff x="10224660" y="4130348"/>
            <a:chExt cx="1224000" cy="540000"/>
          </a:xfrm>
        </p:grpSpPr>
        <p:sp>
          <p:nvSpPr>
            <p:cNvPr id="1001" name="Google Shape;1001;p16"/>
            <p:cNvSpPr/>
            <p:nvPr/>
          </p:nvSpPr>
          <p:spPr>
            <a:xfrm>
              <a:off x="10224660" y="4130348"/>
              <a:ext cx="1224000" cy="5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2" name="Google Shape;1002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332660" y="4238348"/>
              <a:ext cx="1008000" cy="32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7"/>
          <p:cNvSpPr/>
          <p:nvPr/>
        </p:nvSpPr>
        <p:spPr>
          <a:xfrm>
            <a:off x="431999" y="3921125"/>
            <a:ext cx="5968799" cy="25066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lang="en-US" sz="15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9" name="Google Shape;1009;p17"/>
          <p:cNvGrpSpPr/>
          <p:nvPr/>
        </p:nvGrpSpPr>
        <p:grpSpPr>
          <a:xfrm>
            <a:off x="3525621" y="4914289"/>
            <a:ext cx="2160433" cy="1319022"/>
            <a:chOff x="2111317" y="4657623"/>
            <a:chExt cx="2160433" cy="1329497"/>
          </a:xfrm>
        </p:grpSpPr>
        <p:pic>
          <p:nvPicPr>
            <p:cNvPr id="1010" name="Google Shape;1010;p17"/>
            <p:cNvPicPr preferRelativeResize="0"/>
            <p:nvPr/>
          </p:nvPicPr>
          <p:blipFill rotWithShape="1">
            <a:blip r:embed="rId3">
              <a:alphaModFix/>
            </a:blip>
            <a:srcRect l="29896" t="5647" r="14924" b="3337"/>
            <a:stretch/>
          </p:blipFill>
          <p:spPr>
            <a:xfrm>
              <a:off x="2111319" y="4657623"/>
              <a:ext cx="2160431" cy="1329496"/>
            </a:xfrm>
            <a:prstGeom prst="rect">
              <a:avLst/>
            </a:prstGeom>
            <a:noFill/>
            <a:ln>
              <a:noFill/>
            </a:ln>
            <a:effectLst>
              <a:outerShdw blurRad="177800" dist="101600" dir="2700000" algn="tl" rotWithShape="0">
                <a:srgbClr val="000000">
                  <a:alpha val="21960"/>
                </a:srgbClr>
              </a:outerShdw>
            </a:effectLst>
          </p:spPr>
        </p:pic>
        <p:sp>
          <p:nvSpPr>
            <p:cNvPr id="1011" name="Google Shape;1011;p17"/>
            <p:cNvSpPr/>
            <p:nvPr/>
          </p:nvSpPr>
          <p:spPr>
            <a:xfrm>
              <a:off x="2111317" y="5866536"/>
              <a:ext cx="2160431" cy="120584"/>
            </a:xfrm>
            <a:prstGeom prst="rect">
              <a:avLst/>
            </a:prstGeom>
            <a:solidFill>
              <a:schemeClr val="dk1">
                <a:alpha val="7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2" name="Google Shape;1012;p17"/>
          <p:cNvSpPr/>
          <p:nvPr/>
        </p:nvSpPr>
        <p:spPr>
          <a:xfrm>
            <a:off x="432000" y="1520825"/>
            <a:ext cx="5968798" cy="2076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lang="en-US" sz="1500" b="0" i="0" u="none" strike="noStrike" cap="none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3" name="Google Shape;1013;p17"/>
          <p:cNvPicPr preferRelativeResize="0"/>
          <p:nvPr/>
        </p:nvPicPr>
        <p:blipFill rotWithShape="1">
          <a:blip r:embed="rId3">
            <a:alphaModFix/>
          </a:blip>
          <a:srcRect l="40263" t="5647" r="9027" b="3337"/>
          <a:stretch/>
        </p:blipFill>
        <p:spPr>
          <a:xfrm>
            <a:off x="628751" y="1753505"/>
            <a:ext cx="2462840" cy="1649160"/>
          </a:xfrm>
          <a:prstGeom prst="rect">
            <a:avLst/>
          </a:prstGeom>
          <a:noFill/>
          <a:ln>
            <a:noFill/>
          </a:ln>
          <a:effectLst>
            <a:outerShdw blurRad="177800" dist="101600" dir="2700000" algn="tl" rotWithShape="0">
              <a:srgbClr val="000000">
                <a:alpha val="21960"/>
              </a:srgbClr>
            </a:outerShdw>
          </a:effectLst>
        </p:spPr>
      </p:pic>
      <p:sp>
        <p:nvSpPr>
          <p:cNvPr id="1014" name="Google Shape;1014;p1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Insert image into placeholder</a:t>
            </a:r>
          </a:p>
        </p:txBody>
      </p:sp>
      <p:sp>
        <p:nvSpPr>
          <p:cNvPr id="1015" name="Google Shape;1015;p17"/>
          <p:cNvSpPr txBox="1"/>
          <p:nvPr/>
        </p:nvSpPr>
        <p:spPr>
          <a:xfrm>
            <a:off x="7133216" y="1520825"/>
            <a:ext cx="4628572" cy="214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8FB0"/>
              </a:buClr>
              <a:buSzPts val="1400"/>
              <a:buFont typeface="Arial"/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image from external source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the image            icon, select image from Sharepoint or other source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bbv image library is here locally located: </a:t>
            </a:r>
            <a:r>
              <a:rPr lang="en-US" sz="1400" b="0" i="1" u="sng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C:\Users\Public\bbv_templates\Marketing\PPT-Bibliotheken\Bilder-Bibliothek</a:t>
            </a:r>
            <a:endParaRPr lang="en-US" sz="1400" b="0" i="1" u="none" strike="noStrike" cap="none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Or: copy image from external source with Ctrl+C, select the placeholder, then paste with Ctrl+V</a:t>
            </a:r>
          </a:p>
        </p:txBody>
      </p:sp>
      <p:sp>
        <p:nvSpPr>
          <p:cNvPr id="1016" name="Google Shape;1016;p17"/>
          <p:cNvSpPr txBox="1"/>
          <p:nvPr/>
        </p:nvSpPr>
        <p:spPr>
          <a:xfrm>
            <a:off x="7135996" y="3921125"/>
            <a:ext cx="4625792" cy="219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1400"/>
              <a:buFont typeface="Arial"/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image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in the tab «Picture Format» on «Crop»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the image composition by moving the image 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Resize the image by clicking and dragging the outer circles.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again on «Crop» to finish the adjustments</a:t>
            </a:r>
            <a:endParaRPr lang="en-US" noProof="1"/>
          </a:p>
        </p:txBody>
      </p:sp>
      <p:cxnSp>
        <p:nvCxnSpPr>
          <p:cNvPr id="1017" name="Google Shape;1017;p17"/>
          <p:cNvCxnSpPr/>
          <p:nvPr/>
        </p:nvCxnSpPr>
        <p:spPr>
          <a:xfrm>
            <a:off x="3018503" y="4570185"/>
            <a:ext cx="319566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18" name="Google Shape;1018;p17"/>
          <p:cNvSpPr/>
          <p:nvPr/>
        </p:nvSpPr>
        <p:spPr>
          <a:xfrm>
            <a:off x="5585161" y="6093205"/>
            <a:ext cx="221875" cy="221875"/>
          </a:xfrm>
          <a:prstGeom prst="ellipse">
            <a:avLst/>
          </a:prstGeom>
          <a:solidFill>
            <a:schemeClr val="accent6">
              <a:alpha val="20000"/>
            </a:schemeClr>
          </a:solidFill>
          <a:ln w="28575" cap="rnd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9" name="Google Shape;1019;p17"/>
          <p:cNvGrpSpPr/>
          <p:nvPr/>
        </p:nvGrpSpPr>
        <p:grpSpPr>
          <a:xfrm>
            <a:off x="3525807" y="4912400"/>
            <a:ext cx="143313" cy="143313"/>
            <a:chOff x="4070350" y="4368475"/>
            <a:chExt cx="143313" cy="143313"/>
          </a:xfrm>
        </p:grpSpPr>
        <p:sp>
          <p:nvSpPr>
            <p:cNvPr id="1020" name="Google Shape;1020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2" name="Google Shape;1022;p17"/>
          <p:cNvGrpSpPr/>
          <p:nvPr/>
        </p:nvGrpSpPr>
        <p:grpSpPr>
          <a:xfrm rot="5400000">
            <a:off x="5552787" y="4909457"/>
            <a:ext cx="143313" cy="143313"/>
            <a:chOff x="4070350" y="4368475"/>
            <a:chExt cx="143313" cy="143313"/>
          </a:xfrm>
        </p:grpSpPr>
        <p:sp>
          <p:nvSpPr>
            <p:cNvPr id="1023" name="Google Shape;1023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5" name="Google Shape;1025;p17"/>
          <p:cNvGrpSpPr/>
          <p:nvPr/>
        </p:nvGrpSpPr>
        <p:grpSpPr>
          <a:xfrm rot="10800000">
            <a:off x="5552787" y="5985903"/>
            <a:ext cx="143313" cy="143313"/>
            <a:chOff x="4070350" y="4368475"/>
            <a:chExt cx="143313" cy="143313"/>
          </a:xfrm>
        </p:grpSpPr>
        <p:sp>
          <p:nvSpPr>
            <p:cNvPr id="1026" name="Google Shape;1026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8" name="Google Shape;1028;p17"/>
          <p:cNvGrpSpPr/>
          <p:nvPr/>
        </p:nvGrpSpPr>
        <p:grpSpPr>
          <a:xfrm rot="-5400000">
            <a:off x="3525807" y="5985904"/>
            <a:ext cx="143313" cy="143313"/>
            <a:chOff x="4070350" y="4368475"/>
            <a:chExt cx="143313" cy="143313"/>
          </a:xfrm>
        </p:grpSpPr>
        <p:sp>
          <p:nvSpPr>
            <p:cNvPr id="1029" name="Google Shape;1029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1" name="Google Shape;1031;p17"/>
          <p:cNvSpPr/>
          <p:nvPr/>
        </p:nvSpPr>
        <p:spPr>
          <a:xfrm>
            <a:off x="4538503" y="4918908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17"/>
          <p:cNvSpPr/>
          <p:nvPr/>
        </p:nvSpPr>
        <p:spPr>
          <a:xfrm>
            <a:off x="4532240" y="6091591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7"/>
          <p:cNvSpPr/>
          <p:nvPr/>
        </p:nvSpPr>
        <p:spPr>
          <a:xfrm>
            <a:off x="3480982" y="6186373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7"/>
          <p:cNvSpPr/>
          <p:nvPr/>
        </p:nvSpPr>
        <p:spPr>
          <a:xfrm>
            <a:off x="3486957" y="4880360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7"/>
          <p:cNvSpPr/>
          <p:nvPr/>
        </p:nvSpPr>
        <p:spPr>
          <a:xfrm>
            <a:off x="5666615" y="4861688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7"/>
          <p:cNvSpPr/>
          <p:nvPr/>
        </p:nvSpPr>
        <p:spPr>
          <a:xfrm>
            <a:off x="4562837" y="4874757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7"/>
          <p:cNvSpPr/>
          <p:nvPr/>
        </p:nvSpPr>
        <p:spPr>
          <a:xfrm>
            <a:off x="4569135" y="6186819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7"/>
          <p:cNvSpPr/>
          <p:nvPr/>
        </p:nvSpPr>
        <p:spPr>
          <a:xfrm>
            <a:off x="5663549" y="6167767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7"/>
          <p:cNvSpPr/>
          <p:nvPr/>
        </p:nvSpPr>
        <p:spPr>
          <a:xfrm rot="5400000">
            <a:off x="5605433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7"/>
          <p:cNvSpPr/>
          <p:nvPr/>
        </p:nvSpPr>
        <p:spPr>
          <a:xfrm rot="5400000">
            <a:off x="3470246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67" b="0" i="0" u="none" strike="noStrike" cap="none" noProof="1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1" name="Google Shape;1041;p17"/>
          <p:cNvGrpSpPr/>
          <p:nvPr/>
        </p:nvGrpSpPr>
        <p:grpSpPr>
          <a:xfrm>
            <a:off x="4478309" y="5060654"/>
            <a:ext cx="248149" cy="248149"/>
            <a:chOff x="5640408" y="2973408"/>
            <a:chExt cx="1212768" cy="1212768"/>
          </a:xfrm>
        </p:grpSpPr>
        <p:grpSp>
          <p:nvGrpSpPr>
            <p:cNvPr id="1042" name="Google Shape;1042;p17"/>
            <p:cNvGrpSpPr/>
            <p:nvPr/>
          </p:nvGrpSpPr>
          <p:grpSpPr>
            <a:xfrm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1043" name="Google Shape;1043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4" name="Google Shape;1044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 rot="10800000" flipH="1">
                <a:off x="5638800" y="3270168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45" name="Google Shape;1045;p17"/>
            <p:cNvGrpSpPr/>
            <p:nvPr/>
          </p:nvGrpSpPr>
          <p:grpSpPr>
            <a:xfrm rot="5400000"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1046" name="Google Shape;1046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7" name="Google Shape;1047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 rot="10800000" flipH="1">
                <a:off x="5638800" y="3270168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48" name="Google Shape;1048;p17"/>
          <p:cNvGrpSpPr/>
          <p:nvPr/>
        </p:nvGrpSpPr>
        <p:grpSpPr>
          <a:xfrm>
            <a:off x="628751" y="4120185"/>
            <a:ext cx="2268000" cy="900000"/>
            <a:chOff x="628751" y="4086226"/>
            <a:chExt cx="2268000" cy="900000"/>
          </a:xfrm>
        </p:grpSpPr>
        <p:sp>
          <p:nvSpPr>
            <p:cNvPr id="1049" name="Google Shape;1049;p17"/>
            <p:cNvSpPr/>
            <p:nvPr/>
          </p:nvSpPr>
          <p:spPr>
            <a:xfrm flipH="1">
              <a:off x="628751" y="4086226"/>
              <a:ext cx="2268000" cy="900000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50" name="Google Shape;1050;p17"/>
            <p:cNvPicPr preferRelativeResize="0"/>
            <p:nvPr/>
          </p:nvPicPr>
          <p:blipFill rotWithShape="1">
            <a:blip r:embed="rId6">
              <a:alphaModFix/>
            </a:blip>
            <a:srcRect r="81380"/>
            <a:stretch/>
          </p:blipFill>
          <p:spPr>
            <a:xfrm>
              <a:off x="699133" y="4158226"/>
              <a:ext cx="1066921" cy="75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1" name="Google Shape;1051;p17"/>
            <p:cNvPicPr preferRelativeResize="0"/>
            <p:nvPr/>
          </p:nvPicPr>
          <p:blipFill rotWithShape="1">
            <a:blip r:embed="rId6">
              <a:alphaModFix/>
            </a:blip>
            <a:srcRect l="82864"/>
            <a:stretch/>
          </p:blipFill>
          <p:spPr>
            <a:xfrm>
              <a:off x="1838051" y="4158226"/>
              <a:ext cx="981905" cy="75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17"/>
            <p:cNvSpPr/>
            <p:nvPr/>
          </p:nvSpPr>
          <p:spPr>
            <a:xfrm>
              <a:off x="895612" y="4161992"/>
              <a:ext cx="684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7"/>
            <p:cNvSpPr/>
            <p:nvPr/>
          </p:nvSpPr>
          <p:spPr>
            <a:xfrm>
              <a:off x="2318368" y="4332225"/>
              <a:ext cx="288000" cy="468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b="0" i="0" u="none" strike="noStrike" cap="none" noProof="1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4" name="Google Shape;1054;p17"/>
          <p:cNvGrpSpPr/>
          <p:nvPr/>
        </p:nvGrpSpPr>
        <p:grpSpPr>
          <a:xfrm>
            <a:off x="6597549" y="1520825"/>
            <a:ext cx="197613" cy="2076725"/>
            <a:chOff x="6597549" y="1520825"/>
            <a:chExt cx="197613" cy="2076725"/>
          </a:xfrm>
        </p:grpSpPr>
        <p:cxnSp>
          <p:nvCxnSpPr>
            <p:cNvPr id="1055" name="Google Shape;1055;p17"/>
            <p:cNvCxnSpPr/>
            <p:nvPr/>
          </p:nvCxnSpPr>
          <p:spPr>
            <a:xfrm>
              <a:off x="6597549" y="2559187"/>
              <a:ext cx="19761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056" name="Google Shape;1056;p17"/>
            <p:cNvCxnSpPr/>
            <p:nvPr/>
          </p:nvCxnSpPr>
          <p:spPr>
            <a:xfrm>
              <a:off x="6597549" y="1520825"/>
              <a:ext cx="0" cy="207672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cxnSp>
        <p:nvCxnSpPr>
          <p:cNvPr id="1057" name="Google Shape;1057;p17"/>
          <p:cNvCxnSpPr/>
          <p:nvPr/>
        </p:nvCxnSpPr>
        <p:spPr>
          <a:xfrm>
            <a:off x="4919271" y="5222470"/>
            <a:ext cx="12948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58" name="Google Shape;1058;p17" descr="Cursor mit einfarbiger Füllu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81579" y="5159510"/>
            <a:ext cx="367089" cy="367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9" name="Google Shape;1059;p17"/>
          <p:cNvCxnSpPr/>
          <p:nvPr/>
        </p:nvCxnSpPr>
        <p:spPr>
          <a:xfrm>
            <a:off x="5860347" y="6204204"/>
            <a:ext cx="35382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60" name="Google Shape;1060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88342" y="1756560"/>
            <a:ext cx="2925826" cy="1643050"/>
          </a:xfrm>
          <a:prstGeom prst="rect">
            <a:avLst/>
          </a:prstGeom>
          <a:noFill/>
          <a:ln>
            <a:noFill/>
          </a:ln>
          <a:effectLst>
            <a:outerShdw blurRad="177800" dist="101600" dir="2700000" algn="tl" rotWithShape="0">
              <a:srgbClr val="000000">
                <a:alpha val="21960"/>
              </a:srgbClr>
            </a:outerShdw>
          </a:effectLst>
        </p:spPr>
      </p:pic>
      <p:pic>
        <p:nvPicPr>
          <p:cNvPr id="1061" name="Google Shape;1061;p17"/>
          <p:cNvPicPr preferRelativeResize="0"/>
          <p:nvPr/>
        </p:nvPicPr>
        <p:blipFill rotWithShape="1">
          <a:blip r:embed="rId9">
            <a:alphaModFix/>
          </a:blip>
          <a:srcRect l="18215" r="18215"/>
          <a:stretch/>
        </p:blipFill>
        <p:spPr>
          <a:xfrm>
            <a:off x="4980229" y="2146294"/>
            <a:ext cx="404399" cy="294277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</p:pic>
      <p:pic>
        <p:nvPicPr>
          <p:cNvPr id="1062" name="Google Shape;1062;p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80016" y="1752100"/>
            <a:ext cx="447566" cy="3442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3" name="Google Shape;1063;p17"/>
          <p:cNvCxnSpPr/>
          <p:nvPr/>
        </p:nvCxnSpPr>
        <p:spPr>
          <a:xfrm>
            <a:off x="6214168" y="4740558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4" name="Google Shape;1064;p17"/>
          <p:cNvCxnSpPr/>
          <p:nvPr/>
        </p:nvCxnSpPr>
        <p:spPr>
          <a:xfrm rot="10800000">
            <a:off x="6214168" y="4570185"/>
            <a:ext cx="0" cy="1703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65" name="Google Shape;1065;p17"/>
          <p:cNvCxnSpPr/>
          <p:nvPr/>
        </p:nvCxnSpPr>
        <p:spPr>
          <a:xfrm>
            <a:off x="6214168" y="5087702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6" name="Google Shape;1066;p17"/>
          <p:cNvCxnSpPr/>
          <p:nvPr/>
        </p:nvCxnSpPr>
        <p:spPr>
          <a:xfrm rot="10800000">
            <a:off x="6214168" y="5087702"/>
            <a:ext cx="0" cy="1347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67" name="Google Shape;1067;p17"/>
          <p:cNvCxnSpPr/>
          <p:nvPr/>
        </p:nvCxnSpPr>
        <p:spPr>
          <a:xfrm>
            <a:off x="6214168" y="5450499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8" name="Google Shape;1068;p17"/>
          <p:cNvCxnSpPr/>
          <p:nvPr/>
        </p:nvCxnSpPr>
        <p:spPr>
          <a:xfrm rot="10800000">
            <a:off x="6214168" y="5450499"/>
            <a:ext cx="0" cy="75370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18"/>
          <p:cNvPicPr preferRelativeResize="0"/>
          <p:nvPr/>
        </p:nvPicPr>
        <p:blipFill rotWithShape="1">
          <a:blip r:embed="rId3">
            <a:alphaModFix/>
          </a:blip>
          <a:srcRect l="11447" t="8409" r="21860" b="23176"/>
          <a:stretch/>
        </p:blipFill>
        <p:spPr>
          <a:xfrm>
            <a:off x="9504266" y="2448728"/>
            <a:ext cx="2257522" cy="86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075" name="Google Shape;1075;p18"/>
          <p:cNvPicPr preferRelativeResize="0"/>
          <p:nvPr/>
        </p:nvPicPr>
        <p:blipFill rotWithShape="1">
          <a:blip r:embed="rId3">
            <a:alphaModFix/>
          </a:blip>
          <a:srcRect l="11447" t="8409" r="21860" b="23176"/>
          <a:stretch/>
        </p:blipFill>
        <p:spPr>
          <a:xfrm>
            <a:off x="9880518" y="1533833"/>
            <a:ext cx="1881270" cy="720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076" name="Google Shape;1076;p1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Insert image into mock-up screen (mobile/laptop)</a:t>
            </a:r>
          </a:p>
        </p:txBody>
      </p:sp>
      <p:cxnSp>
        <p:nvCxnSpPr>
          <p:cNvPr id="1077" name="Google Shape;1077;p18"/>
          <p:cNvCxnSpPr/>
          <p:nvPr/>
        </p:nvCxnSpPr>
        <p:spPr>
          <a:xfrm rot="10800000">
            <a:off x="5291999" y="2348442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78" name="Google Shape;1078;p18"/>
          <p:cNvCxnSpPr/>
          <p:nvPr/>
        </p:nvCxnSpPr>
        <p:spPr>
          <a:xfrm rot="10800000">
            <a:off x="5291999" y="3416482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79" name="Google Shape;1079;p18"/>
          <p:cNvCxnSpPr/>
          <p:nvPr/>
        </p:nvCxnSpPr>
        <p:spPr>
          <a:xfrm rot="10800000">
            <a:off x="5291999" y="4980217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80" name="Google Shape;1080;p18"/>
          <p:cNvSpPr/>
          <p:nvPr/>
        </p:nvSpPr>
        <p:spPr>
          <a:xfrm>
            <a:off x="5328000" y="1616850"/>
            <a:ext cx="41696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Paste image</a:t>
            </a:r>
            <a:endParaRPr lang="en-US" sz="1400" b="0" i="0" u="none" strike="noStrike" cap="none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image from external source with Ctrl+C and paste with Ctrl+V</a:t>
            </a:r>
          </a:p>
        </p:txBody>
      </p:sp>
      <p:sp>
        <p:nvSpPr>
          <p:cNvPr id="1081" name="Google Shape;1081;p18"/>
          <p:cNvSpPr/>
          <p:nvPr/>
        </p:nvSpPr>
        <p:spPr>
          <a:xfrm>
            <a:off x="5328000" y="2448728"/>
            <a:ext cx="41696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size &amp; determine image area:</a:t>
            </a:r>
            <a:endParaRPr lang="en-US" sz="1400" b="0" i="0" u="none" strike="noStrike" cap="none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image behind image mask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image size and determine image area</a:t>
            </a:r>
            <a:endParaRPr lang="en-US" noProof="1"/>
          </a:p>
        </p:txBody>
      </p:sp>
      <p:sp>
        <p:nvSpPr>
          <p:cNvPr id="1082" name="Google Shape;1082;p18"/>
          <p:cNvSpPr/>
          <p:nvPr/>
        </p:nvSpPr>
        <p:spPr>
          <a:xfrm>
            <a:off x="5328000" y="3529683"/>
            <a:ext cx="2808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Crop image to image mask</a:t>
            </a: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image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image mask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in the tab «Shape Format / </a:t>
            </a:r>
            <a:b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Shapes» on «Intersect»</a:t>
            </a:r>
            <a:endParaRPr lang="en-US" noProof="1"/>
          </a:p>
        </p:txBody>
      </p:sp>
      <p:sp>
        <p:nvSpPr>
          <p:cNvPr id="1083" name="Google Shape;1083;p18"/>
          <p:cNvSpPr/>
          <p:nvPr/>
        </p:nvSpPr>
        <p:spPr>
          <a:xfrm>
            <a:off x="5328000" y="5095788"/>
            <a:ext cx="3276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 image with mock-up</a:t>
            </a: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image behind mock-up</a:t>
            </a:r>
            <a:endParaRPr lang="en-US" noProof="1"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Activate image and mock-up and align both horizontally (Align Center) and vertically (Align Middle)</a:t>
            </a: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image and mock-up with Ctrl+G</a:t>
            </a:r>
          </a:p>
        </p:txBody>
      </p:sp>
      <p:sp>
        <p:nvSpPr>
          <p:cNvPr id="1084" name="Google Shape;1084;p18"/>
          <p:cNvSpPr/>
          <p:nvPr/>
        </p:nvSpPr>
        <p:spPr>
          <a:xfrm>
            <a:off x="10443538" y="2486085"/>
            <a:ext cx="370891" cy="792000"/>
          </a:xfrm>
          <a:prstGeom prst="roundRect">
            <a:avLst>
              <a:gd name="adj" fmla="val 16667"/>
            </a:avLst>
          </a:prstGeom>
          <a:solidFill>
            <a:schemeClr val="accent1">
              <a:alpha val="74901"/>
            </a:schemeClr>
          </a:solidFill>
          <a:ln>
            <a:noFill/>
          </a:ln>
        </p:spPr>
        <p:txBody>
          <a:bodyPr spcFirstLastPara="1" wrap="square" lIns="0" tIns="95875" rIns="0" bIns="95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US" sz="8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mask</a:t>
            </a:r>
            <a:endParaRPr lang="en-US" noProof="1"/>
          </a:p>
        </p:txBody>
      </p:sp>
      <p:sp>
        <p:nvSpPr>
          <p:cNvPr id="1085" name="Google Shape;1085;p18"/>
          <p:cNvSpPr/>
          <p:nvPr/>
        </p:nvSpPr>
        <p:spPr>
          <a:xfrm>
            <a:off x="645891" y="1901419"/>
            <a:ext cx="1106662" cy="2373969"/>
          </a:xfrm>
          <a:prstGeom prst="roundRect">
            <a:avLst>
              <a:gd name="adj" fmla="val 16667"/>
            </a:avLst>
          </a:prstGeom>
          <a:solidFill>
            <a:schemeClr val="accent1">
              <a:alpha val="74901"/>
            </a:schemeClr>
          </a:solidFill>
          <a:ln>
            <a:noFill/>
          </a:ln>
        </p:spPr>
        <p:txBody>
          <a:bodyPr spcFirstLastPara="1" wrap="square" lIns="143800" tIns="95875" rIns="143800" bIns="95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mask</a:t>
            </a:r>
            <a:endParaRPr lang="en-US" noProof="1"/>
          </a:p>
        </p:txBody>
      </p:sp>
      <p:pic>
        <p:nvPicPr>
          <p:cNvPr id="1086" name="Google Shape;1086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999" y="1533833"/>
            <a:ext cx="1198365" cy="2426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7" name="Google Shape;1087;p18"/>
          <p:cNvGrpSpPr/>
          <p:nvPr/>
        </p:nvGrpSpPr>
        <p:grpSpPr>
          <a:xfrm>
            <a:off x="11103958" y="5082272"/>
            <a:ext cx="657830" cy="1332000"/>
            <a:chOff x="4126180" y="387649"/>
            <a:chExt cx="2056248" cy="4163583"/>
          </a:xfrm>
        </p:grpSpPr>
        <p:pic>
          <p:nvPicPr>
            <p:cNvPr id="1088" name="Google Shape;1088;p18"/>
            <p:cNvPicPr preferRelativeResize="0"/>
            <p:nvPr/>
          </p:nvPicPr>
          <p:blipFill rotWithShape="1">
            <a:blip r:embed="rId3">
              <a:alphaModFix/>
            </a:blip>
            <a:srcRect l="42680" t="4272" r="41574" b="5574"/>
            <a:stretch/>
          </p:blipFill>
          <p:spPr>
            <a:xfrm>
              <a:off x="4220185" y="462052"/>
              <a:ext cx="1868241" cy="401477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  <p:pic>
          <p:nvPicPr>
            <p:cNvPr id="1089" name="Google Shape;1089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26180" y="387649"/>
              <a:ext cx="2056248" cy="41635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90" name="Google Shape;1090;p18"/>
          <p:cNvPicPr preferRelativeResize="0"/>
          <p:nvPr/>
        </p:nvPicPr>
        <p:blipFill rotWithShape="1">
          <a:blip r:embed="rId3">
            <a:alphaModFix/>
          </a:blip>
          <a:srcRect l="42680" t="4272" r="41574" b="5574"/>
          <a:stretch/>
        </p:blipFill>
        <p:spPr>
          <a:xfrm>
            <a:off x="11141953" y="3534075"/>
            <a:ext cx="619835" cy="133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cxnSp>
        <p:nvCxnSpPr>
          <p:cNvPr id="1091" name="Google Shape;1091;p18"/>
          <p:cNvCxnSpPr/>
          <p:nvPr/>
        </p:nvCxnSpPr>
        <p:spPr>
          <a:xfrm>
            <a:off x="1630364" y="1747178"/>
            <a:ext cx="34611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1092" name="Google Shape;1092;p18"/>
          <p:cNvSpPr txBox="1"/>
          <p:nvPr/>
        </p:nvSpPr>
        <p:spPr>
          <a:xfrm>
            <a:off x="1976474" y="1593290"/>
            <a:ext cx="90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Mock-up</a:t>
            </a:r>
            <a:endParaRPr lang="en-US" sz="1400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3" name="Google Shape;1093;p18"/>
          <p:cNvGrpSpPr/>
          <p:nvPr/>
        </p:nvGrpSpPr>
        <p:grpSpPr>
          <a:xfrm>
            <a:off x="2532954" y="2348442"/>
            <a:ext cx="2014645" cy="4079346"/>
            <a:chOff x="3124086" y="2147025"/>
            <a:chExt cx="2124148" cy="4301072"/>
          </a:xfrm>
        </p:grpSpPr>
        <p:pic>
          <p:nvPicPr>
            <p:cNvPr id="1094" name="Google Shape;1094;p18"/>
            <p:cNvPicPr preferRelativeResize="0"/>
            <p:nvPr/>
          </p:nvPicPr>
          <p:blipFill rotWithShape="1">
            <a:blip r:embed="rId3">
              <a:alphaModFix/>
            </a:blip>
            <a:srcRect l="41395" t="925" r="41381" b="545"/>
            <a:stretch/>
          </p:blipFill>
          <p:spPr>
            <a:xfrm>
              <a:off x="3205360" y="2193586"/>
              <a:ext cx="1961601" cy="4207952"/>
            </a:xfrm>
            <a:custGeom>
              <a:avLst/>
              <a:gdLst/>
              <a:ahLst/>
              <a:cxnLst/>
              <a:rect l="l" t="t" r="r" b="b"/>
              <a:pathLst>
                <a:path w="1961601" h="4207952" extrusionOk="0">
                  <a:moveTo>
                    <a:pt x="326940" y="0"/>
                  </a:moveTo>
                  <a:lnTo>
                    <a:pt x="1634661" y="0"/>
                  </a:lnTo>
                  <a:cubicBezTo>
                    <a:pt x="1815225" y="0"/>
                    <a:pt x="1961601" y="146376"/>
                    <a:pt x="1961601" y="326940"/>
                  </a:cubicBezTo>
                  <a:lnTo>
                    <a:pt x="1961601" y="3881012"/>
                  </a:lnTo>
                  <a:cubicBezTo>
                    <a:pt x="1961601" y="4061576"/>
                    <a:pt x="1815225" y="4207952"/>
                    <a:pt x="1634661" y="4207952"/>
                  </a:cubicBezTo>
                  <a:lnTo>
                    <a:pt x="326940" y="4207952"/>
                  </a:lnTo>
                  <a:cubicBezTo>
                    <a:pt x="146376" y="4207952"/>
                    <a:pt x="0" y="4061576"/>
                    <a:pt x="0" y="3881012"/>
                  </a:cubicBezTo>
                  <a:lnTo>
                    <a:pt x="0" y="326940"/>
                  </a:lnTo>
                  <a:cubicBezTo>
                    <a:pt x="0" y="146376"/>
                    <a:pt x="146376" y="0"/>
                    <a:pt x="326940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095" name="Google Shape;1095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24086" y="2147025"/>
              <a:ext cx="2124148" cy="430107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6" name="Google Shape;1096;p18"/>
          <p:cNvGrpSpPr/>
          <p:nvPr/>
        </p:nvGrpSpPr>
        <p:grpSpPr>
          <a:xfrm>
            <a:off x="1199222" y="4392591"/>
            <a:ext cx="1140370" cy="622662"/>
            <a:chOff x="1199222" y="4392591"/>
            <a:chExt cx="1140370" cy="622662"/>
          </a:xfrm>
        </p:grpSpPr>
        <p:cxnSp>
          <p:nvCxnSpPr>
            <p:cNvPr id="1097" name="Google Shape;1097;p18"/>
            <p:cNvCxnSpPr/>
            <p:nvPr/>
          </p:nvCxnSpPr>
          <p:spPr>
            <a:xfrm rot="10800000">
              <a:off x="1199222" y="5015253"/>
              <a:ext cx="11403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sm" len="sm"/>
            </a:ln>
          </p:spPr>
        </p:cxnSp>
        <p:cxnSp>
          <p:nvCxnSpPr>
            <p:cNvPr id="1098" name="Google Shape;1098;p18"/>
            <p:cNvCxnSpPr/>
            <p:nvPr/>
          </p:nvCxnSpPr>
          <p:spPr>
            <a:xfrm rot="10800000">
              <a:off x="1199222" y="4392591"/>
              <a:ext cx="0" cy="6226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099" name="Google Shape;1099;p18"/>
          <p:cNvGrpSpPr/>
          <p:nvPr/>
        </p:nvGrpSpPr>
        <p:grpSpPr>
          <a:xfrm>
            <a:off x="9094355" y="3529683"/>
            <a:ext cx="1872501" cy="1331619"/>
            <a:chOff x="9092844" y="3529683"/>
            <a:chExt cx="1872501" cy="1331619"/>
          </a:xfrm>
        </p:grpSpPr>
        <p:sp>
          <p:nvSpPr>
            <p:cNvPr id="1100" name="Google Shape;1100;p18"/>
            <p:cNvSpPr/>
            <p:nvPr/>
          </p:nvSpPr>
          <p:spPr>
            <a:xfrm flipH="1">
              <a:off x="9092844" y="3529683"/>
              <a:ext cx="1872501" cy="1331619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1" name="Google Shape;1101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162214" y="3617845"/>
              <a:ext cx="715035" cy="115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2" name="Google Shape;1102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178865" y="3617845"/>
              <a:ext cx="872000" cy="2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3" name="Google Shape;1103;p18"/>
            <p:cNvSpPr/>
            <p:nvPr/>
          </p:nvSpPr>
          <p:spPr>
            <a:xfrm>
              <a:off x="10189485" y="4518391"/>
              <a:ext cx="553272" cy="173844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4" name="Google Shape;1104;p18"/>
          <p:cNvGrpSpPr/>
          <p:nvPr/>
        </p:nvGrpSpPr>
        <p:grpSpPr>
          <a:xfrm>
            <a:off x="8914856" y="5082272"/>
            <a:ext cx="2052000" cy="1332000"/>
            <a:chOff x="8914856" y="5082272"/>
            <a:chExt cx="2052000" cy="1332000"/>
          </a:xfrm>
        </p:grpSpPr>
        <p:sp>
          <p:nvSpPr>
            <p:cNvPr id="1105" name="Google Shape;1105;p18"/>
            <p:cNvSpPr/>
            <p:nvPr/>
          </p:nvSpPr>
          <p:spPr>
            <a:xfrm flipH="1">
              <a:off x="8914856" y="5082272"/>
              <a:ext cx="2052000" cy="1332000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6" name="Google Shape;1106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000519" y="5172272"/>
              <a:ext cx="879999" cy="28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7" name="Google Shape;1107;p1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968777" y="5172272"/>
              <a:ext cx="909983" cy="11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8" name="Google Shape;1108;p18"/>
            <p:cNvSpPr/>
            <p:nvPr/>
          </p:nvSpPr>
          <p:spPr>
            <a:xfrm>
              <a:off x="9971164" y="5175576"/>
              <a:ext cx="252000" cy="39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10014804" y="5670125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10014804" y="6089998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lang="en-US" sz="1400" b="0" i="0" u="none" strike="noStrike" cap="none" noProof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9"/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template EN</a:t>
            </a:r>
          </a:p>
        </p:txBody>
      </p:sp>
      <p:sp>
        <p:nvSpPr>
          <p:cNvPr id="1118" name="Google Shape;1118;p19"/>
          <p:cNvSpPr txBox="1"/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 b="1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Style guide</a:t>
            </a:r>
            <a:endParaRPr lang="en-US" noProof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2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Working area, guides &amp; ruler</a:t>
            </a:r>
          </a:p>
        </p:txBody>
      </p:sp>
      <p:sp>
        <p:nvSpPr>
          <p:cNvPr id="1125" name="Google Shape;1125;p20"/>
          <p:cNvSpPr txBox="1"/>
          <p:nvPr/>
        </p:nvSpPr>
        <p:spPr>
          <a:xfrm>
            <a:off x="428626" y="1530000"/>
            <a:ext cx="2316966" cy="4897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44000" tIns="144000" rIns="96000" bIns="192000" anchor="t" anchorCtr="0">
            <a:noAutofit/>
          </a:bodyPr>
          <a:lstStyle/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33"/>
              <a:buFont typeface="Arial"/>
              <a:buNone/>
            </a:pPr>
            <a:r>
              <a:rPr lang="en-US" sz="2133" b="1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Working area</a:t>
            </a:r>
            <a:endParaRPr lang="en-US" noProof="1"/>
          </a:p>
          <a:p>
            <a:pPr marL="0" marR="0" lvl="3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Depending on the slide, a single-column layout, a 2-column or 3-column layout is used.</a:t>
            </a:r>
            <a:endParaRPr lang="en-US" noProof="1"/>
          </a:p>
          <a:p>
            <a:pPr marL="0" marR="0" lvl="3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0" i="0" u="none" strike="noStrike" cap="none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Display the ruler and guides in the «View» tab.</a:t>
            </a:r>
          </a:p>
        </p:txBody>
      </p:sp>
      <p:grpSp>
        <p:nvGrpSpPr>
          <p:cNvPr id="1126" name="Google Shape;1126;p20"/>
          <p:cNvGrpSpPr/>
          <p:nvPr/>
        </p:nvGrpSpPr>
        <p:grpSpPr>
          <a:xfrm>
            <a:off x="3114844" y="4119731"/>
            <a:ext cx="4003530" cy="2218887"/>
            <a:chOff x="3114844" y="4107426"/>
            <a:chExt cx="4003530" cy="2218887"/>
          </a:xfrm>
        </p:grpSpPr>
        <p:pic>
          <p:nvPicPr>
            <p:cNvPr id="1127" name="Google Shape;1127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14845" y="4107426"/>
              <a:ext cx="4003529" cy="22188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</p:pic>
        <p:grpSp>
          <p:nvGrpSpPr>
            <p:cNvPr id="1128" name="Google Shape;1128;p20"/>
            <p:cNvGrpSpPr/>
            <p:nvPr/>
          </p:nvGrpSpPr>
          <p:grpSpPr>
            <a:xfrm>
              <a:off x="3114844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1129" name="Google Shape;1129;p20"/>
              <p:cNvCxnSpPr/>
              <p:nvPr/>
            </p:nvCxnSpPr>
            <p:spPr>
              <a:xfrm rot="10800000">
                <a:off x="541598" y="371060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0" name="Google Shape;1130;p20"/>
              <p:cNvCxnSpPr/>
              <p:nvPr/>
            </p:nvCxnSpPr>
            <p:spPr>
              <a:xfrm rot="10800000">
                <a:off x="541598" y="5314122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1" name="Google Shape;1131;p20"/>
              <p:cNvCxnSpPr/>
              <p:nvPr/>
            </p:nvCxnSpPr>
            <p:spPr>
              <a:xfrm rot="10800000">
                <a:off x="541598" y="382987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2" name="Google Shape;1132;p20"/>
              <p:cNvCxnSpPr/>
              <p:nvPr/>
            </p:nvCxnSpPr>
            <p:spPr>
              <a:xfrm rot="10800000">
                <a:off x="66086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3" name="Google Shape;1133;p20"/>
              <p:cNvCxnSpPr/>
              <p:nvPr/>
            </p:nvCxnSpPr>
            <p:spPr>
              <a:xfrm rot="10800000">
                <a:off x="4040172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4" name="Google Shape;1134;p20"/>
              <p:cNvCxnSpPr/>
              <p:nvPr/>
            </p:nvCxnSpPr>
            <p:spPr>
              <a:xfrm rot="10800000">
                <a:off x="235812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135" name="Google Shape;1135;p20"/>
          <p:cNvGrpSpPr/>
          <p:nvPr/>
        </p:nvGrpSpPr>
        <p:grpSpPr>
          <a:xfrm>
            <a:off x="7758258" y="4107426"/>
            <a:ext cx="4003530" cy="2231192"/>
            <a:chOff x="7758258" y="4107426"/>
            <a:chExt cx="4003530" cy="2231192"/>
          </a:xfrm>
        </p:grpSpPr>
        <p:pic>
          <p:nvPicPr>
            <p:cNvPr id="1136" name="Google Shape;1136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70071" y="4107426"/>
              <a:ext cx="3966563" cy="2231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</p:pic>
        <p:grpSp>
          <p:nvGrpSpPr>
            <p:cNvPr id="1137" name="Google Shape;1137;p20"/>
            <p:cNvGrpSpPr/>
            <p:nvPr/>
          </p:nvGrpSpPr>
          <p:grpSpPr>
            <a:xfrm>
              <a:off x="7758258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1138" name="Google Shape;1138;p20"/>
              <p:cNvCxnSpPr/>
              <p:nvPr/>
            </p:nvCxnSpPr>
            <p:spPr>
              <a:xfrm rot="10800000">
                <a:off x="541598" y="371060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9" name="Google Shape;1139;p20"/>
              <p:cNvCxnSpPr/>
              <p:nvPr/>
            </p:nvCxnSpPr>
            <p:spPr>
              <a:xfrm rot="10800000">
                <a:off x="541598" y="5314122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0" name="Google Shape;1140;p20"/>
              <p:cNvCxnSpPr/>
              <p:nvPr/>
            </p:nvCxnSpPr>
            <p:spPr>
              <a:xfrm rot="10800000">
                <a:off x="541598" y="382987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1" name="Google Shape;1141;p20"/>
              <p:cNvCxnSpPr/>
              <p:nvPr/>
            </p:nvCxnSpPr>
            <p:spPr>
              <a:xfrm rot="10800000">
                <a:off x="66086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2" name="Google Shape;1142;p20"/>
              <p:cNvCxnSpPr/>
              <p:nvPr/>
            </p:nvCxnSpPr>
            <p:spPr>
              <a:xfrm rot="10800000">
                <a:off x="4040172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3" name="Google Shape;1143;p20"/>
              <p:cNvCxnSpPr/>
              <p:nvPr/>
            </p:nvCxnSpPr>
            <p:spPr>
              <a:xfrm rot="10800000">
                <a:off x="1814045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4" name="Google Shape;1144;p20"/>
              <p:cNvCxnSpPr/>
              <p:nvPr/>
            </p:nvCxnSpPr>
            <p:spPr>
              <a:xfrm rot="10800000">
                <a:off x="2969463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5" name="Google Shape;1145;p20"/>
              <p:cNvCxnSpPr/>
              <p:nvPr/>
            </p:nvCxnSpPr>
            <p:spPr>
              <a:xfrm rot="10800000">
                <a:off x="287507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6" name="Google Shape;1146;p20"/>
              <p:cNvCxnSpPr/>
              <p:nvPr/>
            </p:nvCxnSpPr>
            <p:spPr>
              <a:xfrm rot="10800000">
                <a:off x="1743261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147" name="Google Shape;1147;p20"/>
          <p:cNvGrpSpPr/>
          <p:nvPr/>
        </p:nvGrpSpPr>
        <p:grpSpPr>
          <a:xfrm>
            <a:off x="5095554" y="2157413"/>
            <a:ext cx="4608000" cy="1404000"/>
            <a:chOff x="5778424" y="2265151"/>
            <a:chExt cx="4608000" cy="1404000"/>
          </a:xfrm>
        </p:grpSpPr>
        <p:sp>
          <p:nvSpPr>
            <p:cNvPr id="1148" name="Google Shape;1148;p20"/>
            <p:cNvSpPr/>
            <p:nvPr/>
          </p:nvSpPr>
          <p:spPr>
            <a:xfrm>
              <a:off x="5778424" y="2265151"/>
              <a:ext cx="4608000" cy="140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1000" sy="101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noProof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49" name="Google Shape;1149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10997" y="2391151"/>
              <a:ext cx="4342855" cy="11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0" name="Google Shape;1150;p20"/>
            <p:cNvSpPr/>
            <p:nvPr/>
          </p:nvSpPr>
          <p:spPr>
            <a:xfrm>
              <a:off x="9288585" y="2416151"/>
              <a:ext cx="467530" cy="303877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lang="en-US" sz="12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0"/>
            <p:cNvSpPr/>
            <p:nvPr/>
          </p:nvSpPr>
          <p:spPr>
            <a:xfrm>
              <a:off x="6252738" y="2692301"/>
              <a:ext cx="540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lang="en-US" sz="12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0"/>
            <p:cNvSpPr/>
            <p:nvPr/>
          </p:nvSpPr>
          <p:spPr>
            <a:xfrm>
              <a:off x="6252738" y="3109001"/>
              <a:ext cx="612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lang="en-US" sz="1200" b="0" i="0" u="none" strike="noStrike" cap="none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2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10143236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 noProof="1"/>
              <a:t>bbv colour theme</a:t>
            </a:r>
          </a:p>
        </p:txBody>
      </p:sp>
      <p:cxnSp>
        <p:nvCxnSpPr>
          <p:cNvPr id="1159" name="Google Shape;1159;p21"/>
          <p:cNvCxnSpPr/>
          <p:nvPr/>
        </p:nvCxnSpPr>
        <p:spPr>
          <a:xfrm>
            <a:off x="4456762" y="2173030"/>
            <a:ext cx="0" cy="425475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60" name="Google Shape;1160;p21"/>
          <p:cNvSpPr txBox="1"/>
          <p:nvPr/>
        </p:nvSpPr>
        <p:spPr>
          <a:xfrm>
            <a:off x="6500129" y="3218607"/>
            <a:ext cx="133461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accent</a:t>
            </a:r>
            <a:endParaRPr lang="en-US" noProof="1"/>
          </a:p>
        </p:txBody>
      </p:sp>
      <p:sp>
        <p:nvSpPr>
          <p:cNvPr id="1161" name="Google Shape;1161;p21"/>
          <p:cNvSpPr/>
          <p:nvPr/>
        </p:nvSpPr>
        <p:spPr>
          <a:xfrm>
            <a:off x="6872824" y="2173030"/>
            <a:ext cx="602773" cy="5458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1"/>
          <p:cNvSpPr/>
          <p:nvPr/>
        </p:nvSpPr>
        <p:spPr>
          <a:xfrm>
            <a:off x="9021671" y="2173030"/>
            <a:ext cx="602773" cy="5458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21"/>
          <p:cNvSpPr/>
          <p:nvPr/>
        </p:nvSpPr>
        <p:spPr>
          <a:xfrm>
            <a:off x="9736741" y="2173030"/>
            <a:ext cx="602773" cy="5458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1"/>
          <p:cNvSpPr/>
          <p:nvPr/>
        </p:nvSpPr>
        <p:spPr>
          <a:xfrm>
            <a:off x="5440259" y="2173030"/>
            <a:ext cx="602773" cy="54589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21"/>
          <p:cNvSpPr/>
          <p:nvPr/>
        </p:nvSpPr>
        <p:spPr>
          <a:xfrm>
            <a:off x="8305389" y="2173030"/>
            <a:ext cx="602773" cy="5458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1"/>
          <p:cNvSpPr/>
          <p:nvPr/>
        </p:nvSpPr>
        <p:spPr>
          <a:xfrm>
            <a:off x="11169312" y="2173030"/>
            <a:ext cx="602773" cy="5458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21"/>
          <p:cNvSpPr/>
          <p:nvPr/>
        </p:nvSpPr>
        <p:spPr>
          <a:xfrm>
            <a:off x="10453025" y="2172971"/>
            <a:ext cx="602773" cy="5451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1"/>
          <p:cNvSpPr/>
          <p:nvPr/>
        </p:nvSpPr>
        <p:spPr>
          <a:xfrm>
            <a:off x="7589112" y="2173030"/>
            <a:ext cx="602773" cy="5458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21"/>
          <p:cNvSpPr/>
          <p:nvPr/>
        </p:nvSpPr>
        <p:spPr>
          <a:xfrm>
            <a:off x="4723977" y="2173030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21"/>
          <p:cNvSpPr/>
          <p:nvPr/>
        </p:nvSpPr>
        <p:spPr>
          <a:xfrm>
            <a:off x="6151988" y="2173030"/>
            <a:ext cx="602773" cy="545895"/>
          </a:xfrm>
          <a:prstGeom prst="rect">
            <a:avLst/>
          </a:prstGeom>
          <a:solidFill>
            <a:schemeClr val="lt2"/>
          </a:solidFill>
          <a:ln w="107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1" name="Google Shape;1171;p21"/>
          <p:cNvGrpSpPr/>
          <p:nvPr/>
        </p:nvGrpSpPr>
        <p:grpSpPr>
          <a:xfrm>
            <a:off x="6869091" y="2885609"/>
            <a:ext cx="602764" cy="217375"/>
            <a:chOff x="4697470" y="3209373"/>
            <a:chExt cx="433615" cy="163031"/>
          </a:xfrm>
        </p:grpSpPr>
        <p:cxnSp>
          <p:nvCxnSpPr>
            <p:cNvPr id="1172" name="Google Shape;1172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73" name="Google Shape;1173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74" name="Google Shape;1174;p21"/>
          <p:cNvSpPr txBox="1"/>
          <p:nvPr/>
        </p:nvSpPr>
        <p:spPr>
          <a:xfrm>
            <a:off x="428625" y="2157413"/>
            <a:ext cx="2124000" cy="427036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6714" sx="101000" sy="101000" algn="ctr" rotWithShape="0">
              <a:srgbClr val="000000">
                <a:alpha val="17647"/>
              </a:srgbClr>
            </a:outerShdw>
          </a:effectLst>
        </p:spPr>
        <p:txBody>
          <a:bodyPr spcFirstLastPara="1" wrap="square" lIns="96000" tIns="96000" rIns="96000" bIns="96000" anchor="t" anchorCtr="0">
            <a:noAutofit/>
          </a:bodyPr>
          <a:lstStyle/>
          <a:p>
            <a:pPr marL="228600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5" name="Google Shape;117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610" y="2406096"/>
            <a:ext cx="1966241" cy="1413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21"/>
          <p:cNvPicPr preferRelativeResize="0"/>
          <p:nvPr/>
        </p:nvPicPr>
        <p:blipFill rotWithShape="1">
          <a:blip r:embed="rId4">
            <a:alphaModFix/>
          </a:blip>
          <a:srcRect b="61547"/>
          <a:stretch/>
        </p:blipFill>
        <p:spPr>
          <a:xfrm>
            <a:off x="511071" y="4046276"/>
            <a:ext cx="1972780" cy="6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21"/>
          <p:cNvPicPr preferRelativeResize="0"/>
          <p:nvPr/>
        </p:nvPicPr>
        <p:blipFill rotWithShape="1">
          <a:blip r:embed="rId4">
            <a:alphaModFix/>
          </a:blip>
          <a:srcRect t="69635"/>
          <a:stretch/>
        </p:blipFill>
        <p:spPr>
          <a:xfrm>
            <a:off x="511071" y="5694748"/>
            <a:ext cx="1972780" cy="54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21"/>
          <p:cNvPicPr preferRelativeResize="0"/>
          <p:nvPr/>
        </p:nvPicPr>
        <p:blipFill rotWithShape="1">
          <a:blip r:embed="rId4">
            <a:alphaModFix/>
          </a:blip>
          <a:srcRect t="40500" b="29135"/>
          <a:stretch/>
        </p:blipFill>
        <p:spPr>
          <a:xfrm>
            <a:off x="511071" y="4936926"/>
            <a:ext cx="1972780" cy="5425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9" name="Google Shape;1179;p21"/>
          <p:cNvGrpSpPr/>
          <p:nvPr/>
        </p:nvGrpSpPr>
        <p:grpSpPr>
          <a:xfrm>
            <a:off x="524672" y="4936926"/>
            <a:ext cx="1959179" cy="1300399"/>
            <a:chOff x="497501" y="3256429"/>
            <a:chExt cx="1873031" cy="1211928"/>
          </a:xfrm>
        </p:grpSpPr>
        <p:sp>
          <p:nvSpPr>
            <p:cNvPr id="1180" name="Google Shape;1180;p21"/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1" name="Google Shape;1181;p21"/>
            <p:cNvCxnSpPr/>
            <p:nvPr/>
          </p:nvCxnSpPr>
          <p:spPr>
            <a:xfrm>
              <a:off x="504098" y="3281637"/>
              <a:ext cx="1866433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2" name="Google Shape;1182;p21"/>
            <p:cNvCxnSpPr/>
            <p:nvPr/>
          </p:nvCxnSpPr>
          <p:spPr>
            <a:xfrm flipH="1">
              <a:off x="528242" y="3281637"/>
              <a:ext cx="1832279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83" name="Google Shape;1183;p21"/>
          <p:cNvSpPr txBox="1"/>
          <p:nvPr/>
        </p:nvSpPr>
        <p:spPr>
          <a:xfrm>
            <a:off x="3094780" y="2533796"/>
            <a:ext cx="1326145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OK!</a:t>
            </a:r>
            <a:endParaRPr lang="en-US" noProof="1"/>
          </a:p>
        </p:txBody>
      </p:sp>
      <p:sp>
        <p:nvSpPr>
          <p:cNvPr id="1184" name="Google Shape;1184;p21"/>
          <p:cNvSpPr txBox="1"/>
          <p:nvPr/>
        </p:nvSpPr>
        <p:spPr>
          <a:xfrm>
            <a:off x="3094781" y="3162271"/>
            <a:ext cx="1109834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Never, please!</a:t>
            </a:r>
            <a:endParaRPr lang="en-US" noProof="1"/>
          </a:p>
        </p:txBody>
      </p:sp>
      <p:sp>
        <p:nvSpPr>
          <p:cNvPr id="1185" name="Google Shape;1185;p21"/>
          <p:cNvSpPr txBox="1"/>
          <p:nvPr/>
        </p:nvSpPr>
        <p:spPr>
          <a:xfrm>
            <a:off x="3094775" y="5362856"/>
            <a:ext cx="1109837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Never, please!</a:t>
            </a:r>
            <a:endParaRPr lang="en-US" noProof="1"/>
          </a:p>
        </p:txBody>
      </p:sp>
      <p:grpSp>
        <p:nvGrpSpPr>
          <p:cNvPr id="1186" name="Google Shape;1186;p21"/>
          <p:cNvGrpSpPr/>
          <p:nvPr/>
        </p:nvGrpSpPr>
        <p:grpSpPr>
          <a:xfrm>
            <a:off x="2709977" y="2656723"/>
            <a:ext cx="217375" cy="189729"/>
            <a:chOff x="5954751" y="2230813"/>
            <a:chExt cx="356839" cy="232815"/>
          </a:xfrm>
        </p:grpSpPr>
        <p:cxnSp>
          <p:nvCxnSpPr>
            <p:cNvPr id="1187" name="Google Shape;1187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88" name="Google Shape;1188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189" name="Google Shape;1189;p21"/>
          <p:cNvGrpSpPr/>
          <p:nvPr/>
        </p:nvGrpSpPr>
        <p:grpSpPr>
          <a:xfrm>
            <a:off x="2709977" y="2931578"/>
            <a:ext cx="217375" cy="887752"/>
            <a:chOff x="5954751" y="2230813"/>
            <a:chExt cx="356839" cy="232815"/>
          </a:xfrm>
        </p:grpSpPr>
        <p:cxnSp>
          <p:nvCxnSpPr>
            <p:cNvPr id="1190" name="Google Shape;1190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1" name="Google Shape;1191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192" name="Google Shape;1192;p21"/>
          <p:cNvGrpSpPr/>
          <p:nvPr/>
        </p:nvGrpSpPr>
        <p:grpSpPr>
          <a:xfrm>
            <a:off x="2709977" y="4936926"/>
            <a:ext cx="217375" cy="1313642"/>
            <a:chOff x="5954751" y="2230813"/>
            <a:chExt cx="356839" cy="232815"/>
          </a:xfrm>
        </p:grpSpPr>
        <p:cxnSp>
          <p:nvCxnSpPr>
            <p:cNvPr id="1193" name="Google Shape;1193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4" name="Google Shape;1194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95" name="Google Shape;1195;p21"/>
          <p:cNvSpPr txBox="1"/>
          <p:nvPr/>
        </p:nvSpPr>
        <p:spPr>
          <a:xfrm>
            <a:off x="3094781" y="4179356"/>
            <a:ext cx="1109834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selectively and sparingly</a:t>
            </a:r>
            <a:endParaRPr lang="en-US" noProof="1"/>
          </a:p>
        </p:txBody>
      </p:sp>
      <p:grpSp>
        <p:nvGrpSpPr>
          <p:cNvPr id="1196" name="Google Shape;1196;p21"/>
          <p:cNvGrpSpPr/>
          <p:nvPr/>
        </p:nvGrpSpPr>
        <p:grpSpPr>
          <a:xfrm>
            <a:off x="2709977" y="4014659"/>
            <a:ext cx="217375" cy="746773"/>
            <a:chOff x="5954751" y="2230813"/>
            <a:chExt cx="356839" cy="232815"/>
          </a:xfrm>
        </p:grpSpPr>
        <p:cxnSp>
          <p:nvCxnSpPr>
            <p:cNvPr id="1197" name="Google Shape;1197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8" name="Google Shape;1198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99" name="Google Shape;1199;p21"/>
          <p:cNvSpPr/>
          <p:nvPr/>
        </p:nvSpPr>
        <p:spPr>
          <a:xfrm>
            <a:off x="4737229" y="4268539"/>
            <a:ext cx="602773" cy="545895"/>
          </a:xfrm>
          <a:prstGeom prst="rect">
            <a:avLst/>
          </a:prstGeom>
          <a:solidFill>
            <a:srgbClr val="005194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21"/>
          <p:cNvSpPr/>
          <p:nvPr/>
        </p:nvSpPr>
        <p:spPr>
          <a:xfrm>
            <a:off x="6886076" y="4268539"/>
            <a:ext cx="602773" cy="545895"/>
          </a:xfrm>
          <a:prstGeom prst="rect">
            <a:avLst/>
          </a:prstGeom>
          <a:solidFill>
            <a:srgbClr val="99B9D4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1"/>
          <p:cNvSpPr/>
          <p:nvPr/>
        </p:nvSpPr>
        <p:spPr>
          <a:xfrm>
            <a:off x="6169793" y="4268539"/>
            <a:ext cx="602773" cy="545895"/>
          </a:xfrm>
          <a:prstGeom prst="rect">
            <a:avLst/>
          </a:prstGeom>
          <a:solidFill>
            <a:srgbClr val="6697BF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1"/>
          <p:cNvSpPr/>
          <p:nvPr/>
        </p:nvSpPr>
        <p:spPr>
          <a:xfrm>
            <a:off x="5453511" y="4268539"/>
            <a:ext cx="602773" cy="545895"/>
          </a:xfrm>
          <a:prstGeom prst="rect">
            <a:avLst/>
          </a:prstGeom>
          <a:solidFill>
            <a:srgbClr val="3374A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21"/>
          <p:cNvSpPr/>
          <p:nvPr/>
        </p:nvSpPr>
        <p:spPr>
          <a:xfrm>
            <a:off x="9034923" y="4268539"/>
            <a:ext cx="602773" cy="545895"/>
          </a:xfrm>
          <a:prstGeom prst="rect">
            <a:avLst/>
          </a:prstGeom>
          <a:solidFill>
            <a:srgbClr val="F39800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21"/>
          <p:cNvSpPr/>
          <p:nvPr/>
        </p:nvSpPr>
        <p:spPr>
          <a:xfrm>
            <a:off x="9749993" y="4268539"/>
            <a:ext cx="602773" cy="545895"/>
          </a:xfrm>
          <a:prstGeom prst="rect">
            <a:avLst/>
          </a:prstGeom>
          <a:solidFill>
            <a:srgbClr val="F5AD33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1"/>
          <p:cNvSpPr/>
          <p:nvPr/>
        </p:nvSpPr>
        <p:spPr>
          <a:xfrm>
            <a:off x="10466277" y="4268539"/>
            <a:ext cx="602773" cy="545895"/>
          </a:xfrm>
          <a:prstGeom prst="rect">
            <a:avLst/>
          </a:prstGeom>
          <a:solidFill>
            <a:srgbClr val="F8C166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21"/>
          <p:cNvSpPr/>
          <p:nvPr/>
        </p:nvSpPr>
        <p:spPr>
          <a:xfrm>
            <a:off x="11182564" y="4268539"/>
            <a:ext cx="602773" cy="545895"/>
          </a:xfrm>
          <a:prstGeom prst="rect">
            <a:avLst/>
          </a:prstGeom>
          <a:solidFill>
            <a:srgbClr val="FAD69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1"/>
          <p:cNvSpPr/>
          <p:nvPr/>
        </p:nvSpPr>
        <p:spPr>
          <a:xfrm>
            <a:off x="4737229" y="4931149"/>
            <a:ext cx="602773" cy="545895"/>
          </a:xfrm>
          <a:prstGeom prst="rect">
            <a:avLst/>
          </a:prstGeom>
          <a:solidFill>
            <a:srgbClr val="005D3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21"/>
          <p:cNvSpPr/>
          <p:nvPr/>
        </p:nvSpPr>
        <p:spPr>
          <a:xfrm>
            <a:off x="6886076" y="4931149"/>
            <a:ext cx="602773" cy="545895"/>
          </a:xfrm>
          <a:prstGeom prst="rect">
            <a:avLst/>
          </a:prstGeom>
          <a:solidFill>
            <a:srgbClr val="99BEB0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21"/>
          <p:cNvSpPr/>
          <p:nvPr/>
        </p:nvSpPr>
        <p:spPr>
          <a:xfrm>
            <a:off x="6169793" y="4931149"/>
            <a:ext cx="602773" cy="545895"/>
          </a:xfrm>
          <a:prstGeom prst="rect">
            <a:avLst/>
          </a:prstGeom>
          <a:solidFill>
            <a:srgbClr val="669E88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21"/>
          <p:cNvSpPr/>
          <p:nvPr/>
        </p:nvSpPr>
        <p:spPr>
          <a:xfrm>
            <a:off x="5453511" y="4931149"/>
            <a:ext cx="602773" cy="545895"/>
          </a:xfrm>
          <a:prstGeom prst="rect">
            <a:avLst/>
          </a:prstGeom>
          <a:solidFill>
            <a:srgbClr val="337D6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21"/>
          <p:cNvSpPr/>
          <p:nvPr/>
        </p:nvSpPr>
        <p:spPr>
          <a:xfrm>
            <a:off x="9034923" y="4931149"/>
            <a:ext cx="602773" cy="545895"/>
          </a:xfrm>
          <a:prstGeom prst="rect">
            <a:avLst/>
          </a:prstGeom>
          <a:solidFill>
            <a:srgbClr val="5C154F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21"/>
          <p:cNvSpPr/>
          <p:nvPr/>
        </p:nvSpPr>
        <p:spPr>
          <a:xfrm>
            <a:off x="9749993" y="4931149"/>
            <a:ext cx="602773" cy="545895"/>
          </a:xfrm>
          <a:prstGeom prst="rect">
            <a:avLst/>
          </a:prstGeom>
          <a:solidFill>
            <a:srgbClr val="7D4472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21"/>
          <p:cNvSpPr/>
          <p:nvPr/>
        </p:nvSpPr>
        <p:spPr>
          <a:xfrm>
            <a:off x="10466277" y="4931149"/>
            <a:ext cx="602773" cy="545895"/>
          </a:xfrm>
          <a:prstGeom prst="rect">
            <a:avLst/>
          </a:prstGeom>
          <a:solidFill>
            <a:srgbClr val="9D7395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21"/>
          <p:cNvSpPr/>
          <p:nvPr/>
        </p:nvSpPr>
        <p:spPr>
          <a:xfrm>
            <a:off x="11182564" y="4931149"/>
            <a:ext cx="602773" cy="545895"/>
          </a:xfrm>
          <a:prstGeom prst="rect">
            <a:avLst/>
          </a:prstGeom>
          <a:solidFill>
            <a:srgbClr val="BEA1B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5" name="Google Shape;1215;p21"/>
          <p:cNvCxnSpPr/>
          <p:nvPr/>
        </p:nvCxnSpPr>
        <p:spPr>
          <a:xfrm>
            <a:off x="4761918" y="3930778"/>
            <a:ext cx="700145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1216" name="Google Shape;1216;p21"/>
          <p:cNvGrpSpPr/>
          <p:nvPr/>
        </p:nvGrpSpPr>
        <p:grpSpPr>
          <a:xfrm>
            <a:off x="553276" y="2905313"/>
            <a:ext cx="1873031" cy="853200"/>
            <a:chOff x="497501" y="3256429"/>
            <a:chExt cx="1873031" cy="1211928"/>
          </a:xfrm>
        </p:grpSpPr>
        <p:sp>
          <p:nvSpPr>
            <p:cNvPr id="1217" name="Google Shape;1217;p21"/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467" noProof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8" name="Google Shape;1218;p21"/>
            <p:cNvCxnSpPr/>
            <p:nvPr/>
          </p:nvCxnSpPr>
          <p:spPr>
            <a:xfrm>
              <a:off x="504098" y="3281637"/>
              <a:ext cx="1866433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9" name="Google Shape;1219;p21"/>
            <p:cNvCxnSpPr/>
            <p:nvPr/>
          </p:nvCxnSpPr>
          <p:spPr>
            <a:xfrm flipH="1">
              <a:off x="528242" y="3281637"/>
              <a:ext cx="1832279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20" name="Google Shape;1220;p21"/>
          <p:cNvGrpSpPr/>
          <p:nvPr/>
        </p:nvGrpSpPr>
        <p:grpSpPr>
          <a:xfrm>
            <a:off x="4718719" y="2885609"/>
            <a:ext cx="1324291" cy="217375"/>
            <a:chOff x="4697470" y="3209373"/>
            <a:chExt cx="433615" cy="163031"/>
          </a:xfrm>
        </p:grpSpPr>
        <p:cxnSp>
          <p:nvCxnSpPr>
            <p:cNvPr id="1221" name="Google Shape;1221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22" name="Google Shape;1222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23" name="Google Shape;1223;p21"/>
          <p:cNvSpPr txBox="1"/>
          <p:nvPr/>
        </p:nvSpPr>
        <p:spPr>
          <a:xfrm>
            <a:off x="4723977" y="3218607"/>
            <a:ext cx="131903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colours</a:t>
            </a:r>
            <a:endParaRPr lang="en-US" noProof="1"/>
          </a:p>
        </p:txBody>
      </p:sp>
      <p:sp>
        <p:nvSpPr>
          <p:cNvPr id="1224" name="Google Shape;1224;p21"/>
          <p:cNvSpPr txBox="1"/>
          <p:nvPr/>
        </p:nvSpPr>
        <p:spPr>
          <a:xfrm>
            <a:off x="8406381" y="3218607"/>
            <a:ext cx="2520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 lang="en-US" noProof="1"/>
          </a:p>
        </p:txBody>
      </p:sp>
      <p:grpSp>
        <p:nvGrpSpPr>
          <p:cNvPr id="1225" name="Google Shape;1225;p21"/>
          <p:cNvGrpSpPr/>
          <p:nvPr/>
        </p:nvGrpSpPr>
        <p:grpSpPr>
          <a:xfrm>
            <a:off x="7589117" y="2885609"/>
            <a:ext cx="4159413" cy="217375"/>
            <a:chOff x="4697470" y="3209373"/>
            <a:chExt cx="433615" cy="163031"/>
          </a:xfrm>
        </p:grpSpPr>
        <p:cxnSp>
          <p:nvCxnSpPr>
            <p:cNvPr id="1226" name="Google Shape;1226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27" name="Google Shape;1227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228" name="Google Shape;1228;p21"/>
          <p:cNvGrpSpPr/>
          <p:nvPr/>
        </p:nvGrpSpPr>
        <p:grpSpPr>
          <a:xfrm>
            <a:off x="4718720" y="5661457"/>
            <a:ext cx="2770131" cy="217375"/>
            <a:chOff x="4697470" y="3209373"/>
            <a:chExt cx="433615" cy="163031"/>
          </a:xfrm>
        </p:grpSpPr>
        <p:cxnSp>
          <p:nvCxnSpPr>
            <p:cNvPr id="1229" name="Google Shape;1229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30" name="Google Shape;1230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31" name="Google Shape;1231;p21"/>
          <p:cNvSpPr txBox="1"/>
          <p:nvPr/>
        </p:nvSpPr>
        <p:spPr>
          <a:xfrm>
            <a:off x="4737229" y="5994455"/>
            <a:ext cx="27516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 lang="en-US" noProof="1"/>
          </a:p>
        </p:txBody>
      </p:sp>
      <p:sp>
        <p:nvSpPr>
          <p:cNvPr id="1232" name="Google Shape;1232;p21"/>
          <p:cNvSpPr/>
          <p:nvPr/>
        </p:nvSpPr>
        <p:spPr>
          <a:xfrm>
            <a:off x="8305389" y="426853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1"/>
          <p:cNvSpPr/>
          <p:nvPr/>
        </p:nvSpPr>
        <p:spPr>
          <a:xfrm>
            <a:off x="7589106" y="426853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1"/>
          <p:cNvSpPr/>
          <p:nvPr/>
        </p:nvSpPr>
        <p:spPr>
          <a:xfrm>
            <a:off x="8305389" y="493114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21"/>
          <p:cNvSpPr/>
          <p:nvPr/>
        </p:nvSpPr>
        <p:spPr>
          <a:xfrm>
            <a:off x="7589106" y="493114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67" noProof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6" name="Google Shape;1236;p21"/>
          <p:cNvGrpSpPr/>
          <p:nvPr/>
        </p:nvGrpSpPr>
        <p:grpSpPr>
          <a:xfrm>
            <a:off x="9015205" y="5661457"/>
            <a:ext cx="2770131" cy="217375"/>
            <a:chOff x="4697470" y="3209373"/>
            <a:chExt cx="433615" cy="163031"/>
          </a:xfrm>
        </p:grpSpPr>
        <p:cxnSp>
          <p:nvCxnSpPr>
            <p:cNvPr id="1237" name="Google Shape;1237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38" name="Google Shape;1238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39" name="Google Shape;1239;p21"/>
          <p:cNvSpPr txBox="1"/>
          <p:nvPr/>
        </p:nvSpPr>
        <p:spPr>
          <a:xfrm>
            <a:off x="9033714" y="5994455"/>
            <a:ext cx="27516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 noProof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 lang="en-US" noProof="1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14029</TotalTime>
  <Words>759</Words>
  <Application>Microsoft Office PowerPoint</Application>
  <PresentationFormat>Widescreen</PresentationFormat>
  <Paragraphs>174</Paragraphs>
  <Slides>38</Slides>
  <Notes>36</Notes>
  <HiddenSlides>9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Segoe UI Semibold</vt:lpstr>
      <vt:lpstr>bbv template EN</vt:lpstr>
      <vt:lpstr>think-cell Slide</vt:lpstr>
      <vt:lpstr>PowerPoint Presentation</vt:lpstr>
      <vt:lpstr>YPP 4th</vt:lpstr>
      <vt:lpstr>Presentation on Use Case InFlow</vt:lpstr>
      <vt:lpstr>Agenda</vt:lpstr>
      <vt:lpstr>INTRODUCTION</vt:lpstr>
      <vt:lpstr>Introduction</vt:lpstr>
      <vt:lpstr>Key Functionalities</vt:lpstr>
      <vt:lpstr>Key Functionalities </vt:lpstr>
      <vt:lpstr>Purchase module</vt:lpstr>
      <vt:lpstr>PURCHASE ORDER</vt:lpstr>
      <vt:lpstr>MANAGE PURCHASE ORDER</vt:lpstr>
      <vt:lpstr>PURCHASE ORDER</vt:lpstr>
      <vt:lpstr>PURCHASE ORDER</vt:lpstr>
      <vt:lpstr>PURCHASE QUOTE</vt:lpstr>
      <vt:lpstr>MANAGE VENDOR</vt:lpstr>
      <vt:lpstr>MANAGE VENDOR</vt:lpstr>
      <vt:lpstr>MANAGE VENDOR</vt:lpstr>
      <vt:lpstr>INFOR VENDOR</vt:lpstr>
      <vt:lpstr>INFOR VENDOR</vt:lpstr>
      <vt:lpstr>ORDER HISTORY</vt:lpstr>
      <vt:lpstr>PAYMENT HISTORY</vt:lpstr>
      <vt:lpstr>Manufactoring module</vt:lpstr>
      <vt:lpstr>Create Manufacturing Order</vt:lpstr>
      <vt:lpstr>Create Manufacturing Order</vt:lpstr>
      <vt:lpstr>Manage Manufacturing Operations</vt:lpstr>
      <vt:lpstr>Manage Manufacturing Order</vt:lpstr>
      <vt:lpstr>Manage Manufacturing Operations</vt:lpstr>
      <vt:lpstr>Q&amp;A</vt:lpstr>
      <vt:lpstr>PowerPoint Presentation</vt:lpstr>
      <vt:lpstr>bbv template EN</vt:lpstr>
      <vt:lpstr>bbv Master layouts &amp; slide library</vt:lpstr>
      <vt:lpstr>Transfer of existing slides into the new Master</vt:lpstr>
      <vt:lpstr>Change icon colour</vt:lpstr>
      <vt:lpstr>Insert image into placeholder</vt:lpstr>
      <vt:lpstr>Insert image into mock-up screen (mobile/laptop)</vt:lpstr>
      <vt:lpstr>bbv template EN</vt:lpstr>
      <vt:lpstr>Working area, guides &amp; ruler</vt:lpstr>
      <vt:lpstr>bbv colour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Dao Trong Vo</dc:creator>
  <cp:lastModifiedBy>VÕ TRẦN QUANG THÔNG</cp:lastModifiedBy>
  <cp:revision>210</cp:revision>
  <dcterms:created xsi:type="dcterms:W3CDTF">2025-07-10T03:51:23Z</dcterms:created>
  <dcterms:modified xsi:type="dcterms:W3CDTF">2025-09-03T08:21:10Z</dcterms:modified>
</cp:coreProperties>
</file>